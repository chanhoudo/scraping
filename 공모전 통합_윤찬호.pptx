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1" r:id="rId1"/>
    <p:sldMasterId id="2147483835" r:id="rId2"/>
    <p:sldMasterId id="2147483823" r:id="rId3"/>
    <p:sldMasterId id="2147483811" r:id="rId4"/>
  </p:sldMasterIdLst>
  <p:sldIdLst>
    <p:sldId id="268" r:id="rId5"/>
    <p:sldId id="272" r:id="rId6"/>
    <p:sldId id="273" r:id="rId7"/>
    <p:sldId id="274" r:id="rId8"/>
    <p:sldId id="275" r:id="rId9"/>
    <p:sldId id="276" r:id="rId10"/>
    <p:sldId id="278" r:id="rId11"/>
    <p:sldId id="27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6F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72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ustomXml" Target="../customXml/item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customXml" Target="../customXml/item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0AC79C-2168-4B2F-BB77-6993329FB3CE}" type="doc">
      <dgm:prSet loTypeId="urn:microsoft.com/office/officeart/2008/layout/LinedList" loCatId="list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0402037-8AF7-4CAD-A648-455C58484991}">
      <dgm:prSet custT="1"/>
      <dgm:spPr/>
      <dgm:t>
        <a:bodyPr/>
        <a:lstStyle/>
        <a:p>
          <a:r>
            <a:rPr lang="en-US" sz="2000" b="1" dirty="0">
              <a:ln/>
              <a:solidFill>
                <a:schemeClr val="bg1"/>
              </a:solidFill>
              <a:latin typeface="맑은고딕"/>
            </a:rPr>
            <a:t>Backend: Flask</a:t>
          </a:r>
          <a:endParaRPr lang="en-US" sz="2000" dirty="0">
            <a:ln/>
            <a:solidFill>
              <a:schemeClr val="bg1"/>
            </a:solidFill>
            <a:latin typeface="맑은고딕"/>
          </a:endParaRPr>
        </a:p>
      </dgm:t>
    </dgm:pt>
    <dgm:pt modelId="{CF05471E-964D-4207-A0FD-BCD3ADAEB5A8}" type="parTrans" cxnId="{621A01E7-4062-4775-ADC0-455BF4BFD2DE}">
      <dgm:prSet/>
      <dgm:spPr/>
      <dgm:t>
        <a:bodyPr/>
        <a:lstStyle/>
        <a:p>
          <a:endParaRPr lang="en-US">
            <a:solidFill>
              <a:schemeClr val="bg1"/>
            </a:solidFill>
            <a:latin typeface="맑은고딕"/>
          </a:endParaRPr>
        </a:p>
      </dgm:t>
    </dgm:pt>
    <dgm:pt modelId="{05A5F7E7-E109-4370-AFAB-435A65A22FC5}" type="sibTrans" cxnId="{621A01E7-4062-4775-ADC0-455BF4BFD2DE}">
      <dgm:prSet/>
      <dgm:spPr/>
      <dgm:t>
        <a:bodyPr/>
        <a:lstStyle/>
        <a:p>
          <a:endParaRPr lang="en-US">
            <a:solidFill>
              <a:schemeClr val="bg1"/>
            </a:solidFill>
            <a:latin typeface="맑은고딕"/>
          </a:endParaRPr>
        </a:p>
      </dgm:t>
    </dgm:pt>
    <dgm:pt modelId="{8AFD37D3-CA8E-4279-8488-BB116D3B9D8C}">
      <dgm:prSet custT="1"/>
      <dgm:spPr/>
      <dgm:t>
        <a:bodyPr/>
        <a:lstStyle/>
        <a:p>
          <a:r>
            <a:rPr lang="en-US" sz="2000" b="1" dirty="0">
              <a:solidFill>
                <a:schemeClr val="bg1"/>
              </a:solidFill>
              <a:latin typeface="맑은고딕"/>
            </a:rPr>
            <a:t>Frontend: HTML, CSS, JS</a:t>
          </a:r>
          <a:endParaRPr lang="en-US" sz="2000" dirty="0">
            <a:solidFill>
              <a:schemeClr val="bg1"/>
            </a:solidFill>
            <a:latin typeface="맑은고딕"/>
          </a:endParaRPr>
        </a:p>
      </dgm:t>
    </dgm:pt>
    <dgm:pt modelId="{F24BE29F-5F3F-4770-94B3-687E06D4A414}" type="parTrans" cxnId="{AB401494-7935-4E24-85E9-C3895F2B1809}">
      <dgm:prSet/>
      <dgm:spPr/>
      <dgm:t>
        <a:bodyPr/>
        <a:lstStyle/>
        <a:p>
          <a:endParaRPr lang="en-US">
            <a:solidFill>
              <a:schemeClr val="bg1"/>
            </a:solidFill>
            <a:latin typeface="맑은고딕"/>
          </a:endParaRPr>
        </a:p>
      </dgm:t>
    </dgm:pt>
    <dgm:pt modelId="{7E85C928-80AE-4C6F-9D07-0207A4040C05}" type="sibTrans" cxnId="{AB401494-7935-4E24-85E9-C3895F2B1809}">
      <dgm:prSet/>
      <dgm:spPr/>
      <dgm:t>
        <a:bodyPr/>
        <a:lstStyle/>
        <a:p>
          <a:endParaRPr lang="en-US">
            <a:solidFill>
              <a:schemeClr val="bg1"/>
            </a:solidFill>
            <a:latin typeface="맑은고딕"/>
          </a:endParaRPr>
        </a:p>
      </dgm:t>
    </dgm:pt>
    <dgm:pt modelId="{BB8C6EFA-DE79-49A4-9B02-C3DFBAB858E5}">
      <dgm:prSet custT="1"/>
      <dgm:spPr/>
      <dgm:t>
        <a:bodyPr/>
        <a:lstStyle/>
        <a:p>
          <a:r>
            <a:rPr lang="en-US" sz="2000" b="1" dirty="0">
              <a:solidFill>
                <a:schemeClr val="bg1"/>
              </a:solidFill>
              <a:latin typeface="맑은고딕"/>
            </a:rPr>
            <a:t>Crawling: Selenium</a:t>
          </a:r>
        </a:p>
      </dgm:t>
    </dgm:pt>
    <dgm:pt modelId="{BFA709C4-6288-4307-B46D-9083196ABCA1}" type="parTrans" cxnId="{124FE0CA-810E-4EBA-935A-68EAF36E473E}">
      <dgm:prSet/>
      <dgm:spPr/>
      <dgm:t>
        <a:bodyPr/>
        <a:lstStyle/>
        <a:p>
          <a:endParaRPr lang="en-US">
            <a:solidFill>
              <a:schemeClr val="bg1"/>
            </a:solidFill>
            <a:latin typeface="맑은고딕"/>
          </a:endParaRPr>
        </a:p>
      </dgm:t>
    </dgm:pt>
    <dgm:pt modelId="{D8CC9CBF-7C63-432C-96E9-64DCDE06708E}" type="sibTrans" cxnId="{124FE0CA-810E-4EBA-935A-68EAF36E473E}">
      <dgm:prSet/>
      <dgm:spPr/>
      <dgm:t>
        <a:bodyPr/>
        <a:lstStyle/>
        <a:p>
          <a:endParaRPr lang="en-US">
            <a:solidFill>
              <a:schemeClr val="bg1"/>
            </a:solidFill>
            <a:latin typeface="맑은고딕"/>
          </a:endParaRPr>
        </a:p>
      </dgm:t>
    </dgm:pt>
    <dgm:pt modelId="{A0B68F4D-B1E5-4F01-A276-CC5900548C41}" type="pres">
      <dgm:prSet presAssocID="{CE0AC79C-2168-4B2F-BB77-6993329FB3CE}" presName="vert0" presStyleCnt="0">
        <dgm:presLayoutVars>
          <dgm:dir/>
          <dgm:animOne val="branch"/>
          <dgm:animLvl val="lvl"/>
        </dgm:presLayoutVars>
      </dgm:prSet>
      <dgm:spPr/>
    </dgm:pt>
    <dgm:pt modelId="{E9EE342B-C58F-4AA2-9EBF-4B22B5916946}" type="pres">
      <dgm:prSet presAssocID="{C0402037-8AF7-4CAD-A648-455C58484991}" presName="thickLine" presStyleLbl="alignNode1" presStyleIdx="0" presStyleCnt="3"/>
      <dgm:spPr/>
    </dgm:pt>
    <dgm:pt modelId="{1DBC4847-7388-4F1E-A9D3-A5CEC388455E}" type="pres">
      <dgm:prSet presAssocID="{C0402037-8AF7-4CAD-A648-455C58484991}" presName="horz1" presStyleCnt="0"/>
      <dgm:spPr/>
    </dgm:pt>
    <dgm:pt modelId="{CA78C2E9-B045-474F-AE32-61561D5EF57F}" type="pres">
      <dgm:prSet presAssocID="{C0402037-8AF7-4CAD-A648-455C58484991}" presName="tx1" presStyleLbl="revTx" presStyleIdx="0" presStyleCnt="3" custScaleY="351461"/>
      <dgm:spPr/>
    </dgm:pt>
    <dgm:pt modelId="{7CF49DD1-1DCF-413C-853C-CEB40CD8A4F2}" type="pres">
      <dgm:prSet presAssocID="{C0402037-8AF7-4CAD-A648-455C58484991}" presName="vert1" presStyleCnt="0"/>
      <dgm:spPr/>
    </dgm:pt>
    <dgm:pt modelId="{193827D2-3C6F-4F90-BD5F-9EEE6901FB70}" type="pres">
      <dgm:prSet presAssocID="{8AFD37D3-CA8E-4279-8488-BB116D3B9D8C}" presName="thickLine" presStyleLbl="alignNode1" presStyleIdx="1" presStyleCnt="3" custLinFactNeighborX="-1421" custLinFactNeighborY="-3875"/>
      <dgm:spPr/>
    </dgm:pt>
    <dgm:pt modelId="{C04A4C67-F6B1-43D3-A447-08F4E5A47EBC}" type="pres">
      <dgm:prSet presAssocID="{8AFD37D3-CA8E-4279-8488-BB116D3B9D8C}" presName="horz1" presStyleCnt="0"/>
      <dgm:spPr/>
    </dgm:pt>
    <dgm:pt modelId="{02FC9DCC-6C11-48A5-B5D5-8CC5AAFB99DE}" type="pres">
      <dgm:prSet presAssocID="{8AFD37D3-CA8E-4279-8488-BB116D3B9D8C}" presName="tx1" presStyleLbl="revTx" presStyleIdx="1" presStyleCnt="3" custScaleY="361920"/>
      <dgm:spPr/>
    </dgm:pt>
    <dgm:pt modelId="{FC35C0B7-5727-4FAE-830A-D5F4C34E9FFB}" type="pres">
      <dgm:prSet presAssocID="{8AFD37D3-CA8E-4279-8488-BB116D3B9D8C}" presName="vert1" presStyleCnt="0"/>
      <dgm:spPr/>
    </dgm:pt>
    <dgm:pt modelId="{F94D8CA7-CC8F-461C-AC26-0019935DA788}" type="pres">
      <dgm:prSet presAssocID="{BB8C6EFA-DE79-49A4-9B02-C3DFBAB858E5}" presName="thickLine" presStyleLbl="alignNode1" presStyleIdx="2" presStyleCnt="3"/>
      <dgm:spPr/>
    </dgm:pt>
    <dgm:pt modelId="{739DDE83-6C70-4DDA-891F-08ED4B0FE5FF}" type="pres">
      <dgm:prSet presAssocID="{BB8C6EFA-DE79-49A4-9B02-C3DFBAB858E5}" presName="horz1" presStyleCnt="0"/>
      <dgm:spPr/>
    </dgm:pt>
    <dgm:pt modelId="{62141009-F927-48FA-A9EA-4FC0A33912C0}" type="pres">
      <dgm:prSet presAssocID="{BB8C6EFA-DE79-49A4-9B02-C3DFBAB858E5}" presName="tx1" presStyleLbl="revTx" presStyleIdx="2" presStyleCnt="3" custScaleY="409598"/>
      <dgm:spPr/>
    </dgm:pt>
    <dgm:pt modelId="{BD33413F-EDF9-4AC8-9978-136380B43277}" type="pres">
      <dgm:prSet presAssocID="{BB8C6EFA-DE79-49A4-9B02-C3DFBAB858E5}" presName="vert1" presStyleCnt="0"/>
      <dgm:spPr/>
    </dgm:pt>
  </dgm:ptLst>
  <dgm:cxnLst>
    <dgm:cxn modelId="{52CDCD02-C648-44DE-9695-822B693E9800}" type="presOf" srcId="{CE0AC79C-2168-4B2F-BB77-6993329FB3CE}" destId="{A0B68F4D-B1E5-4F01-A276-CC5900548C41}" srcOrd="0" destOrd="0" presId="urn:microsoft.com/office/officeart/2008/layout/LinedList"/>
    <dgm:cxn modelId="{1A68F269-B293-43E9-A7EF-96998EA711DF}" type="presOf" srcId="{C0402037-8AF7-4CAD-A648-455C58484991}" destId="{CA78C2E9-B045-474F-AE32-61561D5EF57F}" srcOrd="0" destOrd="0" presId="urn:microsoft.com/office/officeart/2008/layout/LinedList"/>
    <dgm:cxn modelId="{286DE38A-08A7-4A4C-878D-D1CBAB5D53ED}" type="presOf" srcId="{8AFD37D3-CA8E-4279-8488-BB116D3B9D8C}" destId="{02FC9DCC-6C11-48A5-B5D5-8CC5AAFB99DE}" srcOrd="0" destOrd="0" presId="urn:microsoft.com/office/officeart/2008/layout/LinedList"/>
    <dgm:cxn modelId="{AB401494-7935-4E24-85E9-C3895F2B1809}" srcId="{CE0AC79C-2168-4B2F-BB77-6993329FB3CE}" destId="{8AFD37D3-CA8E-4279-8488-BB116D3B9D8C}" srcOrd="1" destOrd="0" parTransId="{F24BE29F-5F3F-4770-94B3-687E06D4A414}" sibTransId="{7E85C928-80AE-4C6F-9D07-0207A4040C05}"/>
    <dgm:cxn modelId="{124FE0CA-810E-4EBA-935A-68EAF36E473E}" srcId="{CE0AC79C-2168-4B2F-BB77-6993329FB3CE}" destId="{BB8C6EFA-DE79-49A4-9B02-C3DFBAB858E5}" srcOrd="2" destOrd="0" parTransId="{BFA709C4-6288-4307-B46D-9083196ABCA1}" sibTransId="{D8CC9CBF-7C63-432C-96E9-64DCDE06708E}"/>
    <dgm:cxn modelId="{621A01E7-4062-4775-ADC0-455BF4BFD2DE}" srcId="{CE0AC79C-2168-4B2F-BB77-6993329FB3CE}" destId="{C0402037-8AF7-4CAD-A648-455C58484991}" srcOrd="0" destOrd="0" parTransId="{CF05471E-964D-4207-A0FD-BCD3ADAEB5A8}" sibTransId="{05A5F7E7-E109-4370-AFAB-435A65A22FC5}"/>
    <dgm:cxn modelId="{BC6360F4-188B-4B0A-B71E-25A71B3B189D}" type="presOf" srcId="{BB8C6EFA-DE79-49A4-9B02-C3DFBAB858E5}" destId="{62141009-F927-48FA-A9EA-4FC0A33912C0}" srcOrd="0" destOrd="0" presId="urn:microsoft.com/office/officeart/2008/layout/LinedList"/>
    <dgm:cxn modelId="{AFAA6E92-3B36-458B-A211-500B3F7E1698}" type="presParOf" srcId="{A0B68F4D-B1E5-4F01-A276-CC5900548C41}" destId="{E9EE342B-C58F-4AA2-9EBF-4B22B5916946}" srcOrd="0" destOrd="0" presId="urn:microsoft.com/office/officeart/2008/layout/LinedList"/>
    <dgm:cxn modelId="{520A134D-73F0-4177-9497-06FE06856CE5}" type="presParOf" srcId="{A0B68F4D-B1E5-4F01-A276-CC5900548C41}" destId="{1DBC4847-7388-4F1E-A9D3-A5CEC388455E}" srcOrd="1" destOrd="0" presId="urn:microsoft.com/office/officeart/2008/layout/LinedList"/>
    <dgm:cxn modelId="{D5B54150-F51C-4C9B-98FA-1BCEF2FDD9CA}" type="presParOf" srcId="{1DBC4847-7388-4F1E-A9D3-A5CEC388455E}" destId="{CA78C2E9-B045-474F-AE32-61561D5EF57F}" srcOrd="0" destOrd="0" presId="urn:microsoft.com/office/officeart/2008/layout/LinedList"/>
    <dgm:cxn modelId="{C640D3F1-4F08-4A57-AE3A-B08D164DDFA2}" type="presParOf" srcId="{1DBC4847-7388-4F1E-A9D3-A5CEC388455E}" destId="{7CF49DD1-1DCF-413C-853C-CEB40CD8A4F2}" srcOrd="1" destOrd="0" presId="urn:microsoft.com/office/officeart/2008/layout/LinedList"/>
    <dgm:cxn modelId="{173C5139-BCDF-4051-90DF-C7EC53322EE6}" type="presParOf" srcId="{A0B68F4D-B1E5-4F01-A276-CC5900548C41}" destId="{193827D2-3C6F-4F90-BD5F-9EEE6901FB70}" srcOrd="2" destOrd="0" presId="urn:microsoft.com/office/officeart/2008/layout/LinedList"/>
    <dgm:cxn modelId="{B740E0F6-74D0-402A-89C2-AA570F063874}" type="presParOf" srcId="{A0B68F4D-B1E5-4F01-A276-CC5900548C41}" destId="{C04A4C67-F6B1-43D3-A447-08F4E5A47EBC}" srcOrd="3" destOrd="0" presId="urn:microsoft.com/office/officeart/2008/layout/LinedList"/>
    <dgm:cxn modelId="{3E5E6F90-F9D7-44AF-A37E-9EF0A0F3DF8E}" type="presParOf" srcId="{C04A4C67-F6B1-43D3-A447-08F4E5A47EBC}" destId="{02FC9DCC-6C11-48A5-B5D5-8CC5AAFB99DE}" srcOrd="0" destOrd="0" presId="urn:microsoft.com/office/officeart/2008/layout/LinedList"/>
    <dgm:cxn modelId="{77CB10DA-4264-4809-A57A-B2D942E49857}" type="presParOf" srcId="{C04A4C67-F6B1-43D3-A447-08F4E5A47EBC}" destId="{FC35C0B7-5727-4FAE-830A-D5F4C34E9FFB}" srcOrd="1" destOrd="0" presId="urn:microsoft.com/office/officeart/2008/layout/LinedList"/>
    <dgm:cxn modelId="{9E284C6C-F9CA-4F02-B6CD-154D443C98A7}" type="presParOf" srcId="{A0B68F4D-B1E5-4F01-A276-CC5900548C41}" destId="{F94D8CA7-CC8F-461C-AC26-0019935DA788}" srcOrd="4" destOrd="0" presId="urn:microsoft.com/office/officeart/2008/layout/LinedList"/>
    <dgm:cxn modelId="{59FBC8E6-F784-4A01-AC12-84EEF4570F2E}" type="presParOf" srcId="{A0B68F4D-B1E5-4F01-A276-CC5900548C41}" destId="{739DDE83-6C70-4DDA-891F-08ED4B0FE5FF}" srcOrd="5" destOrd="0" presId="urn:microsoft.com/office/officeart/2008/layout/LinedList"/>
    <dgm:cxn modelId="{7757C8B2-7AAE-42AD-89AB-3C02E16E48AE}" type="presParOf" srcId="{739DDE83-6C70-4DDA-891F-08ED4B0FE5FF}" destId="{62141009-F927-48FA-A9EA-4FC0A33912C0}" srcOrd="0" destOrd="0" presId="urn:microsoft.com/office/officeart/2008/layout/LinedList"/>
    <dgm:cxn modelId="{EC7DA251-B8F2-4D71-A235-FEC57EB9DAE9}" type="presParOf" srcId="{739DDE83-6C70-4DDA-891F-08ED4B0FE5FF}" destId="{BD33413F-EDF9-4AC8-9978-136380B43277}" srcOrd="1" destOrd="0" presId="urn:microsoft.com/office/officeart/2008/layout/LinedList"/>
  </dgm:cxnLst>
  <dgm:bg/>
  <dgm:whole>
    <a:ln w="12700">
      <a:solidFill>
        <a:schemeClr val="bg2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E342B-C58F-4AA2-9EBF-4B22B5916946}">
      <dsp:nvSpPr>
        <dsp:cNvPr id="0" name=""/>
        <dsp:cNvSpPr/>
      </dsp:nvSpPr>
      <dsp:spPr>
        <a:xfrm>
          <a:off x="0" y="540"/>
          <a:ext cx="358891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78C2E9-B045-474F-AE32-61561D5EF57F}">
      <dsp:nvSpPr>
        <dsp:cNvPr id="0" name=""/>
        <dsp:cNvSpPr/>
      </dsp:nvSpPr>
      <dsp:spPr>
        <a:xfrm>
          <a:off x="0" y="540"/>
          <a:ext cx="3585410" cy="505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n/>
              <a:solidFill>
                <a:schemeClr val="bg1"/>
              </a:solidFill>
              <a:latin typeface="맑은고딕"/>
            </a:rPr>
            <a:t>Backend: Flask</a:t>
          </a:r>
          <a:endParaRPr lang="en-US" sz="2000" kern="1200" dirty="0">
            <a:ln/>
            <a:solidFill>
              <a:schemeClr val="bg1"/>
            </a:solidFill>
            <a:latin typeface="맑은고딕"/>
          </a:endParaRPr>
        </a:p>
      </dsp:txBody>
      <dsp:txXfrm>
        <a:off x="0" y="540"/>
        <a:ext cx="3585410" cy="505210"/>
      </dsp:txXfrm>
    </dsp:sp>
    <dsp:sp modelId="{193827D2-3C6F-4F90-BD5F-9EEE6901FB70}">
      <dsp:nvSpPr>
        <dsp:cNvPr id="0" name=""/>
        <dsp:cNvSpPr/>
      </dsp:nvSpPr>
      <dsp:spPr>
        <a:xfrm>
          <a:off x="0" y="485591"/>
          <a:ext cx="358891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FC9DCC-6C11-48A5-B5D5-8CC5AAFB99DE}">
      <dsp:nvSpPr>
        <dsp:cNvPr id="0" name=""/>
        <dsp:cNvSpPr/>
      </dsp:nvSpPr>
      <dsp:spPr>
        <a:xfrm>
          <a:off x="0" y="505751"/>
          <a:ext cx="3585410" cy="5202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bg1"/>
              </a:solidFill>
              <a:latin typeface="맑은고딕"/>
            </a:rPr>
            <a:t>Frontend: HTML, CSS, JS</a:t>
          </a:r>
          <a:endParaRPr lang="en-US" sz="2000" kern="1200" dirty="0">
            <a:solidFill>
              <a:schemeClr val="bg1"/>
            </a:solidFill>
            <a:latin typeface="맑은고딕"/>
          </a:endParaRPr>
        </a:p>
      </dsp:txBody>
      <dsp:txXfrm>
        <a:off x="0" y="505751"/>
        <a:ext cx="3585410" cy="520245"/>
      </dsp:txXfrm>
    </dsp:sp>
    <dsp:sp modelId="{F94D8CA7-CC8F-461C-AC26-0019935DA788}">
      <dsp:nvSpPr>
        <dsp:cNvPr id="0" name=""/>
        <dsp:cNvSpPr/>
      </dsp:nvSpPr>
      <dsp:spPr>
        <a:xfrm>
          <a:off x="0" y="1025996"/>
          <a:ext cx="358891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141009-F927-48FA-A9EA-4FC0A33912C0}">
      <dsp:nvSpPr>
        <dsp:cNvPr id="0" name=""/>
        <dsp:cNvSpPr/>
      </dsp:nvSpPr>
      <dsp:spPr>
        <a:xfrm>
          <a:off x="0" y="1025996"/>
          <a:ext cx="3585410" cy="588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bg1"/>
              </a:solidFill>
              <a:latin typeface="맑은고딕"/>
            </a:rPr>
            <a:t>Crawling: Selenium</a:t>
          </a:r>
        </a:p>
      </dsp:txBody>
      <dsp:txXfrm>
        <a:off x="0" y="1025996"/>
        <a:ext cx="3585410" cy="5887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0139B-8FC6-F90F-AB6A-65326D342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4">
            <a:extLst>
              <a:ext uri="{FF2B5EF4-FFF2-40B4-BE49-F238E27FC236}">
                <a16:creationId xmlns:a16="http://schemas.microsoft.com/office/drawing/2014/main" id="{EAF2D5C6-903F-D961-ADBD-01785E7FAA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9835881-684D-4E79-9C26-839C014E8002}" type="datetimeFigureOut">
              <a:rPr lang="ko-KR" altLang="en-US" smtClean="0"/>
              <a:pPr/>
              <a:t>2024-09-13</a:t>
            </a:fld>
            <a:endParaRPr lang="ko-KR" altLang="en-US"/>
          </a:p>
        </p:txBody>
      </p:sp>
      <p:sp>
        <p:nvSpPr>
          <p:cNvPr id="4" name="바닥글 개체 틀 5">
            <a:extLst>
              <a:ext uri="{FF2B5EF4-FFF2-40B4-BE49-F238E27FC236}">
                <a16:creationId xmlns:a16="http://schemas.microsoft.com/office/drawing/2014/main" id="{84922C14-49C0-99DC-897E-F295FA4B2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5" name="슬라이드 번호 개체 틀 6">
            <a:extLst>
              <a:ext uri="{FF2B5EF4-FFF2-40B4-BE49-F238E27FC236}">
                <a16:creationId xmlns:a16="http://schemas.microsoft.com/office/drawing/2014/main" id="{51125178-516C-A5A7-1DAA-BCBB6EAC9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39DE64-90F8-4BE8-9021-1EC2BEC7D8E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13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콘텐츠 2개">
    <p:bg>
      <p:bgPr>
        <a:solidFill>
          <a:srgbClr val="252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3B3CFD-ADC7-EE59-1695-7361E3A78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9469" y="2515866"/>
            <a:ext cx="8613059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8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57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18F005A9-5AC4-D4C1-7C2D-3C93366ED1A2}"/>
              </a:ext>
            </a:extLst>
          </p:cNvPr>
          <p:cNvSpPr/>
          <p:nvPr/>
        </p:nvSpPr>
        <p:spPr>
          <a:xfrm>
            <a:off x="0" y="0"/>
            <a:ext cx="12192000" cy="9438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BAE7B5C-0E49-1236-E7DA-3E8040C85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86" y="90948"/>
            <a:ext cx="5303859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33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날짜 개체 틀 4">
            <a:extLst>
              <a:ext uri="{FF2B5EF4-FFF2-40B4-BE49-F238E27FC236}">
                <a16:creationId xmlns:a16="http://schemas.microsoft.com/office/drawing/2014/main" id="{FD649D74-278D-32AA-75F2-03C1CA7EE8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9835881-684D-4E79-9C26-839C014E8002}" type="datetimeFigureOut">
              <a:rPr lang="ko-KR" altLang="en-US" smtClean="0"/>
              <a:pPr/>
              <a:t>2024-09-13</a:t>
            </a:fld>
            <a:endParaRPr lang="ko-KR" altLang="en-US"/>
          </a:p>
        </p:txBody>
      </p:sp>
      <p:sp>
        <p:nvSpPr>
          <p:cNvPr id="9" name="바닥글 개체 틀 5">
            <a:extLst>
              <a:ext uri="{FF2B5EF4-FFF2-40B4-BE49-F238E27FC236}">
                <a16:creationId xmlns:a16="http://schemas.microsoft.com/office/drawing/2014/main" id="{DB479E4C-3BEA-64F9-60BE-11047DE81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2" name="슬라이드 번호 개체 틀 6">
            <a:extLst>
              <a:ext uri="{FF2B5EF4-FFF2-40B4-BE49-F238E27FC236}">
                <a16:creationId xmlns:a16="http://schemas.microsoft.com/office/drawing/2014/main" id="{D991E982-385E-F999-82D0-6CC283761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39DE64-90F8-4BE8-9021-1EC2BEC7D8E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47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A908D1B-D59C-6A76-2AF7-CA543E2B9836}"/>
              </a:ext>
            </a:extLst>
          </p:cNvPr>
          <p:cNvSpPr/>
          <p:nvPr/>
        </p:nvSpPr>
        <p:spPr>
          <a:xfrm>
            <a:off x="0" y="562896"/>
            <a:ext cx="12192000" cy="94389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8F005A9-5AC4-D4C1-7C2D-3C93366ED1A2}"/>
              </a:ext>
            </a:extLst>
          </p:cNvPr>
          <p:cNvSpPr/>
          <p:nvPr/>
        </p:nvSpPr>
        <p:spPr>
          <a:xfrm>
            <a:off x="0" y="0"/>
            <a:ext cx="12192000" cy="9438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BAE7B5C-0E49-1236-E7DA-3E8040C85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86" y="90948"/>
            <a:ext cx="10288814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3300" b="1">
                <a:latin typeface="+mj-ea"/>
                <a:ea typeface="+mj-ea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00682DF7-9D0E-1007-2DB4-D8FA39D77F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786" y="1034844"/>
            <a:ext cx="10288814" cy="47194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ko-KR" altLang="en-US" dirty="0"/>
          </a:p>
        </p:txBody>
      </p:sp>
      <p:sp>
        <p:nvSpPr>
          <p:cNvPr id="8" name="날짜 개체 틀 4">
            <a:extLst>
              <a:ext uri="{FF2B5EF4-FFF2-40B4-BE49-F238E27FC236}">
                <a16:creationId xmlns:a16="http://schemas.microsoft.com/office/drawing/2014/main" id="{C1F0851E-A3FD-AE2D-9733-19F3B56F4C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9835881-684D-4E79-9C26-839C014E8002}" type="datetimeFigureOut">
              <a:rPr lang="ko-KR" altLang="en-US" smtClean="0"/>
              <a:pPr/>
              <a:t>2024-09-13</a:t>
            </a:fld>
            <a:endParaRPr lang="ko-KR" altLang="en-US"/>
          </a:p>
        </p:txBody>
      </p:sp>
      <p:sp>
        <p:nvSpPr>
          <p:cNvPr id="9" name="바닥글 개체 틀 5">
            <a:extLst>
              <a:ext uri="{FF2B5EF4-FFF2-40B4-BE49-F238E27FC236}">
                <a16:creationId xmlns:a16="http://schemas.microsoft.com/office/drawing/2014/main" id="{EAA6454C-7A53-056B-193A-24447E66A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0" name="슬라이드 번호 개체 틀 6">
            <a:extLst>
              <a:ext uri="{FF2B5EF4-FFF2-40B4-BE49-F238E27FC236}">
                <a16:creationId xmlns:a16="http://schemas.microsoft.com/office/drawing/2014/main" id="{0D1BFEE5-50FC-FCBF-5DAC-6A816740D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39DE64-90F8-4BE8-9021-1EC2BEC7D8E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0001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2D9B355-BF00-518F-586F-8A882A275143}"/>
              </a:ext>
            </a:extLst>
          </p:cNvPr>
          <p:cNvSpPr/>
          <p:nvPr/>
        </p:nvSpPr>
        <p:spPr>
          <a:xfrm>
            <a:off x="6146307" y="1543985"/>
            <a:ext cx="5381469" cy="472141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982B83F-C3A1-7D13-D3AF-25541D4FB5BA}"/>
              </a:ext>
            </a:extLst>
          </p:cNvPr>
          <p:cNvSpPr/>
          <p:nvPr/>
        </p:nvSpPr>
        <p:spPr>
          <a:xfrm>
            <a:off x="644578" y="1543986"/>
            <a:ext cx="5381469" cy="472141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85E00E-D691-D066-C808-E75BF54AC9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9835881-684D-4E79-9C26-839C014E8002}" type="datetimeFigureOut">
              <a:rPr lang="ko-KR" altLang="en-US" smtClean="0"/>
              <a:pPr/>
              <a:t>2024-09-13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B4715C-14ED-708D-CE33-D643206F1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5720E3-1886-2759-E038-1E081DFDD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39DE64-90F8-4BE8-9021-1EC2BEC7D8EE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2" name="텍스트 개체 틀 2">
            <a:extLst>
              <a:ext uri="{FF2B5EF4-FFF2-40B4-BE49-F238E27FC236}">
                <a16:creationId xmlns:a16="http://schemas.microsoft.com/office/drawing/2014/main" id="{0D9A9F8E-D232-7105-6920-1F5DBBB37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483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내용 개체 틀 3">
            <a:extLst>
              <a:ext uri="{FF2B5EF4-FFF2-40B4-BE49-F238E27FC236}">
                <a16:creationId xmlns:a16="http://schemas.microsoft.com/office/drawing/2014/main" id="{2F8B73ED-4137-183D-1DE7-37A794A71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483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텍스트 개체 틀 4">
            <a:extLst>
              <a:ext uri="{FF2B5EF4-FFF2-40B4-BE49-F238E27FC236}">
                <a16:creationId xmlns:a16="http://schemas.microsoft.com/office/drawing/2014/main" id="{9E0D31D5-1E83-8FE8-F938-42DCF17732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715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5" name="내용 개체 틀 5">
            <a:extLst>
              <a:ext uri="{FF2B5EF4-FFF2-40B4-BE49-F238E27FC236}">
                <a16:creationId xmlns:a16="http://schemas.microsoft.com/office/drawing/2014/main" id="{17588DBA-6BBC-D604-9826-34510F1A0F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715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04542A7-6F86-60FF-D2D4-F8D4552F24E3}"/>
              </a:ext>
            </a:extLst>
          </p:cNvPr>
          <p:cNvSpPr/>
          <p:nvPr/>
        </p:nvSpPr>
        <p:spPr>
          <a:xfrm>
            <a:off x="0" y="0"/>
            <a:ext cx="12192000" cy="9438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FEAC8E31-5677-7BB2-6436-3CB30C9D77BD}"/>
              </a:ext>
            </a:extLst>
          </p:cNvPr>
          <p:cNvSpPr txBox="1">
            <a:spLocks/>
          </p:cNvSpPr>
          <p:nvPr/>
        </p:nvSpPr>
        <p:spPr>
          <a:xfrm>
            <a:off x="226786" y="90948"/>
            <a:ext cx="10288814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09630" rtl="0" eaLnBrk="1" latinLnBrk="1" hangingPunct="1">
              <a:spcBef>
                <a:spcPct val="0"/>
              </a:spcBef>
              <a:buNone/>
              <a:defRPr sz="3300" b="1" kern="1200">
                <a:solidFill>
                  <a:schemeClr val="bg1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12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8FE5E5E-F6AE-0AA4-FC49-2B14828EE638}"/>
              </a:ext>
            </a:extLst>
          </p:cNvPr>
          <p:cNvSpPr/>
          <p:nvPr/>
        </p:nvSpPr>
        <p:spPr>
          <a:xfrm>
            <a:off x="4962920" y="1034846"/>
            <a:ext cx="6579506" cy="491557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9D3C4639-46C5-4220-B0D1-40BDFB78B7A3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5183188" y="1183252"/>
            <a:ext cx="6169024" cy="4677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85E00E-D691-D066-C808-E75BF54AC9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9835881-684D-4E79-9C26-839C014E8002}" type="datetimeFigureOut">
              <a:rPr lang="ko-KR" altLang="en-US" smtClean="0"/>
              <a:pPr/>
              <a:t>2024-09-13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B4715C-14ED-708D-CE33-D643206F1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5720E3-1886-2759-E038-1E081DFDD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39DE64-90F8-4BE8-9021-1EC2BEC7D8EE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04542A7-6F86-60FF-D2D4-F8D4552F24E3}"/>
              </a:ext>
            </a:extLst>
          </p:cNvPr>
          <p:cNvSpPr/>
          <p:nvPr/>
        </p:nvSpPr>
        <p:spPr>
          <a:xfrm>
            <a:off x="0" y="0"/>
            <a:ext cx="12192000" cy="9438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FEAC8E31-5677-7BB2-6436-3CB30C9D77BD}"/>
              </a:ext>
            </a:extLst>
          </p:cNvPr>
          <p:cNvSpPr txBox="1">
            <a:spLocks/>
          </p:cNvSpPr>
          <p:nvPr/>
        </p:nvSpPr>
        <p:spPr>
          <a:xfrm>
            <a:off x="226786" y="90948"/>
            <a:ext cx="10288814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09630" rtl="0" eaLnBrk="1" latinLnBrk="1" hangingPunct="1">
              <a:spcBef>
                <a:spcPct val="0"/>
              </a:spcBef>
              <a:buNone/>
              <a:defRPr sz="3300" b="1" kern="1200">
                <a:solidFill>
                  <a:schemeClr val="bg1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텍스트 개체 틀 3">
            <a:extLst>
              <a:ext uri="{FF2B5EF4-FFF2-40B4-BE49-F238E27FC236}">
                <a16:creationId xmlns:a16="http://schemas.microsoft.com/office/drawing/2014/main" id="{4161FF5C-85F2-9BCC-0A36-059A91A8D050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839788" y="1769806"/>
            <a:ext cx="3932237" cy="40991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086903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EC8AD711-E18E-800A-BFF6-68D3382AC744}"/>
              </a:ext>
            </a:extLst>
          </p:cNvPr>
          <p:cNvSpPr/>
          <p:nvPr/>
        </p:nvSpPr>
        <p:spPr>
          <a:xfrm>
            <a:off x="432620" y="238431"/>
            <a:ext cx="4483510" cy="18091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EC98561-6C37-3A47-7999-866F619B1757}"/>
              </a:ext>
            </a:extLst>
          </p:cNvPr>
          <p:cNvSpPr/>
          <p:nvPr/>
        </p:nvSpPr>
        <p:spPr>
          <a:xfrm>
            <a:off x="280220" y="484238"/>
            <a:ext cx="4483510" cy="180913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69DA89C5-A4E5-36DE-1182-D6EF14E62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220" y="1007805"/>
            <a:ext cx="448351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3000" b="1">
                <a:latin typeface="+mj-ea"/>
                <a:ea typeface="+mj-ea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날짜 개체 틀 4">
            <a:extLst>
              <a:ext uri="{FF2B5EF4-FFF2-40B4-BE49-F238E27FC236}">
                <a16:creationId xmlns:a16="http://schemas.microsoft.com/office/drawing/2014/main" id="{B68060F8-6013-2E77-5553-89F347E7C3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9835881-684D-4E79-9C26-839C014E8002}" type="datetimeFigureOut">
              <a:rPr lang="ko-KR" altLang="en-US" smtClean="0"/>
              <a:pPr/>
              <a:t>2024-09-13</a:t>
            </a:fld>
            <a:endParaRPr lang="ko-KR" altLang="en-US"/>
          </a:p>
        </p:txBody>
      </p:sp>
      <p:sp>
        <p:nvSpPr>
          <p:cNvPr id="9" name="바닥글 개체 틀 5">
            <a:extLst>
              <a:ext uri="{FF2B5EF4-FFF2-40B4-BE49-F238E27FC236}">
                <a16:creationId xmlns:a16="http://schemas.microsoft.com/office/drawing/2014/main" id="{162CF6A4-E164-9D84-FD9E-09DC7AB95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0" name="슬라이드 번호 개체 틀 6">
            <a:extLst>
              <a:ext uri="{FF2B5EF4-FFF2-40B4-BE49-F238E27FC236}">
                <a16:creationId xmlns:a16="http://schemas.microsoft.com/office/drawing/2014/main" id="{9E102CA3-6622-DD67-D7BC-051B4EB8E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39DE64-90F8-4BE8-9021-1EC2BEC7D8E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345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5A0B42B-81C8-EBED-7394-76C4FD46B7C0}"/>
              </a:ext>
            </a:extLst>
          </p:cNvPr>
          <p:cNvSpPr/>
          <p:nvPr/>
        </p:nvSpPr>
        <p:spPr>
          <a:xfrm>
            <a:off x="0" y="0"/>
            <a:ext cx="12192000" cy="9438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" name="Group 15">
            <a:extLst>
              <a:ext uri="{FF2B5EF4-FFF2-40B4-BE49-F238E27FC236}">
                <a16:creationId xmlns:a16="http://schemas.microsoft.com/office/drawing/2014/main" id="{8C5B7E86-8C05-1FD4-C0EF-0A8868B9560D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1415844" y="1730136"/>
            <a:ext cx="1350735" cy="1350735"/>
            <a:chOff x="0" y="0"/>
            <a:chExt cx="6355080" cy="6355080"/>
          </a:xfrm>
        </p:grpSpPr>
        <p:sp>
          <p:nvSpPr>
            <p:cNvPr id="6" name="Freeform 16">
              <a:extLst>
                <a:ext uri="{FF2B5EF4-FFF2-40B4-BE49-F238E27FC236}">
                  <a16:creationId xmlns:a16="http://schemas.microsoft.com/office/drawing/2014/main" id="{90C3FE57-1D03-1CAF-E17A-6E3B6BA55E61}"/>
                </a:ext>
              </a:extLst>
            </p:cNvPr>
            <p:cNvSpPr/>
            <p:nvPr/>
          </p:nvSpPr>
          <p:spPr>
            <a:xfrm>
              <a:off x="0" y="0"/>
              <a:ext cx="6355080" cy="6355080"/>
            </a:xfrm>
            <a:custGeom>
              <a:avLst/>
              <a:gdLst/>
              <a:ahLst/>
              <a:cxnLst/>
              <a:rect l="l" t="t" r="r" b="b"/>
              <a:pathLst>
                <a:path w="6355080" h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" name="Group 17">
            <a:extLst>
              <a:ext uri="{FF2B5EF4-FFF2-40B4-BE49-F238E27FC236}">
                <a16:creationId xmlns:a16="http://schemas.microsoft.com/office/drawing/2014/main" id="{16EB2E72-FFA1-0825-D840-E6A34782F166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4118537" y="1730136"/>
            <a:ext cx="1350735" cy="1350735"/>
            <a:chOff x="0" y="0"/>
            <a:chExt cx="6355080" cy="6355080"/>
          </a:xfrm>
        </p:grpSpPr>
        <p:sp>
          <p:nvSpPr>
            <p:cNvPr id="8" name="Freeform 18">
              <a:extLst>
                <a:ext uri="{FF2B5EF4-FFF2-40B4-BE49-F238E27FC236}">
                  <a16:creationId xmlns:a16="http://schemas.microsoft.com/office/drawing/2014/main" id="{953F7F2F-FCF2-4720-73FD-6013B25A8B61}"/>
                </a:ext>
              </a:extLst>
            </p:cNvPr>
            <p:cNvSpPr/>
            <p:nvPr/>
          </p:nvSpPr>
          <p:spPr>
            <a:xfrm>
              <a:off x="0" y="0"/>
              <a:ext cx="6355080" cy="6355080"/>
            </a:xfrm>
            <a:custGeom>
              <a:avLst/>
              <a:gdLst/>
              <a:ahLst/>
              <a:cxnLst/>
              <a:rect l="l" t="t" r="r" b="b"/>
              <a:pathLst>
                <a:path w="6355080" h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9" name="Group 19">
            <a:extLst>
              <a:ext uri="{FF2B5EF4-FFF2-40B4-BE49-F238E27FC236}">
                <a16:creationId xmlns:a16="http://schemas.microsoft.com/office/drawing/2014/main" id="{EED6E60E-07D8-FFC1-4227-36D29DC43D2F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6821230" y="1730135"/>
            <a:ext cx="1350735" cy="1350735"/>
            <a:chOff x="0" y="0"/>
            <a:chExt cx="6355080" cy="6355080"/>
          </a:xfrm>
        </p:grpSpPr>
        <p:sp>
          <p:nvSpPr>
            <p:cNvPr id="10" name="Freeform 20">
              <a:extLst>
                <a:ext uri="{FF2B5EF4-FFF2-40B4-BE49-F238E27FC236}">
                  <a16:creationId xmlns:a16="http://schemas.microsoft.com/office/drawing/2014/main" id="{D928B4EA-83BF-F65B-A0A0-6BEF964CE927}"/>
                </a:ext>
              </a:extLst>
            </p:cNvPr>
            <p:cNvSpPr/>
            <p:nvPr/>
          </p:nvSpPr>
          <p:spPr>
            <a:xfrm>
              <a:off x="0" y="0"/>
              <a:ext cx="6355080" cy="6355080"/>
            </a:xfrm>
            <a:custGeom>
              <a:avLst/>
              <a:gdLst/>
              <a:ahLst/>
              <a:cxnLst/>
              <a:rect l="l" t="t" r="r" b="b"/>
              <a:pathLst>
                <a:path w="6355080" h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21">
            <a:extLst>
              <a:ext uri="{FF2B5EF4-FFF2-40B4-BE49-F238E27FC236}">
                <a16:creationId xmlns:a16="http://schemas.microsoft.com/office/drawing/2014/main" id="{84745F53-8640-E667-BC6F-DF46E0DE9AB2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9523923" y="1730132"/>
            <a:ext cx="1350735" cy="1350735"/>
            <a:chOff x="0" y="0"/>
            <a:chExt cx="6355080" cy="6355080"/>
          </a:xfrm>
        </p:grpSpPr>
        <p:sp>
          <p:nvSpPr>
            <p:cNvPr id="12" name="Freeform 22">
              <a:extLst>
                <a:ext uri="{FF2B5EF4-FFF2-40B4-BE49-F238E27FC236}">
                  <a16:creationId xmlns:a16="http://schemas.microsoft.com/office/drawing/2014/main" id="{738547D4-0754-8BC2-58A2-0E1BFE2B0AD5}"/>
                </a:ext>
              </a:extLst>
            </p:cNvPr>
            <p:cNvSpPr/>
            <p:nvPr/>
          </p:nvSpPr>
          <p:spPr>
            <a:xfrm>
              <a:off x="0" y="0"/>
              <a:ext cx="6355080" cy="6355080"/>
            </a:xfrm>
            <a:custGeom>
              <a:avLst/>
              <a:gdLst/>
              <a:ahLst/>
              <a:cxnLst/>
              <a:rect l="l" t="t" r="r" b="b"/>
              <a:pathLst>
                <a:path w="6355080" h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FF60B652-7E46-F491-7938-A83CAF330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8214" y="3777129"/>
            <a:ext cx="2149001" cy="221071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</p:txBody>
      </p:sp>
      <p:sp>
        <p:nvSpPr>
          <p:cNvPr id="26" name="텍스트 개체 틀 2">
            <a:extLst>
              <a:ext uri="{FF2B5EF4-FFF2-40B4-BE49-F238E27FC236}">
                <a16:creationId xmlns:a16="http://schemas.microsoft.com/office/drawing/2014/main" id="{F98F4BCC-3FB7-74A4-72CE-1B1AB85BDC8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670153" y="3777129"/>
            <a:ext cx="2149001" cy="221071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</p:txBody>
      </p:sp>
      <p:sp>
        <p:nvSpPr>
          <p:cNvPr id="27" name="텍스트 개체 틀 2">
            <a:extLst>
              <a:ext uri="{FF2B5EF4-FFF2-40B4-BE49-F238E27FC236}">
                <a16:creationId xmlns:a16="http://schemas.microsoft.com/office/drawing/2014/main" id="{323049DC-8011-1B05-7AA0-F95E7CF4FC56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402092" y="3777129"/>
            <a:ext cx="2149001" cy="221071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</p:txBody>
      </p:sp>
      <p:sp>
        <p:nvSpPr>
          <p:cNvPr id="28" name="텍스트 개체 틀 2">
            <a:extLst>
              <a:ext uri="{FF2B5EF4-FFF2-40B4-BE49-F238E27FC236}">
                <a16:creationId xmlns:a16="http://schemas.microsoft.com/office/drawing/2014/main" id="{0DBA4962-039C-E297-D1EA-2C6F57D2411F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9134031" y="3777129"/>
            <a:ext cx="2149001" cy="221071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</p:txBody>
      </p:sp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62C0CE70-203A-B026-8D24-A90476637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86" y="90948"/>
            <a:ext cx="10288814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3300" b="1">
                <a:latin typeface="+mj-ea"/>
                <a:ea typeface="+mj-ea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2" name="날짜 개체 틀 4">
            <a:extLst>
              <a:ext uri="{FF2B5EF4-FFF2-40B4-BE49-F238E27FC236}">
                <a16:creationId xmlns:a16="http://schemas.microsoft.com/office/drawing/2014/main" id="{2CA57556-4308-7C4B-9D09-758FC2E48168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9835881-684D-4E79-9C26-839C014E8002}" type="datetimeFigureOut">
              <a:rPr lang="ko-KR" altLang="en-US" smtClean="0"/>
              <a:pPr/>
              <a:t>2024-09-13</a:t>
            </a:fld>
            <a:endParaRPr lang="ko-KR" altLang="en-US"/>
          </a:p>
        </p:txBody>
      </p:sp>
      <p:sp>
        <p:nvSpPr>
          <p:cNvPr id="33" name="바닥글 개체 틀 5">
            <a:extLst>
              <a:ext uri="{FF2B5EF4-FFF2-40B4-BE49-F238E27FC236}">
                <a16:creationId xmlns:a16="http://schemas.microsoft.com/office/drawing/2014/main" id="{3320C7B9-1466-8B91-4900-1C9E8422A5F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34" name="슬라이드 번호 개체 틀 6">
            <a:extLst>
              <a:ext uri="{FF2B5EF4-FFF2-40B4-BE49-F238E27FC236}">
                <a16:creationId xmlns:a16="http://schemas.microsoft.com/office/drawing/2014/main" id="{16513AEA-815B-940E-218A-CE7C714CF9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39DE64-90F8-4BE8-9021-1EC2BEC7D8E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987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CE69BD-4FAF-DCD5-91EF-CB6D635D3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A1B56D-5AEF-E47D-23C9-8D594CA4B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BDF723-21B5-7370-FBF4-13FEAD5513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1E7A2BB-792B-C325-A1E3-62F764BDA3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F86F075-DDC5-B410-CBD3-C5A23FBB80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9835881-684D-4E79-9C26-839C014E8002}" type="datetimeFigureOut">
              <a:rPr lang="ko-KR" altLang="en-US" smtClean="0"/>
              <a:pPr/>
              <a:t>2024-09-13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7019778-9BFC-BE09-CFC0-06F81A42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2DFC51A-5C26-FBEA-E4B7-057A64F91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39DE64-90F8-4BE8-9021-1EC2BEC7D8EE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2261858-AAA0-17ED-D188-5D3BFEB54B0B}"/>
              </a:ext>
            </a:extLst>
          </p:cNvPr>
          <p:cNvSpPr/>
          <p:nvPr/>
        </p:nvSpPr>
        <p:spPr>
          <a:xfrm>
            <a:off x="0" y="0"/>
            <a:ext cx="12192000" cy="9438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CF6D2C45-849D-7D26-7FCC-CAD9BA03E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86" y="90948"/>
            <a:ext cx="10288814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3300" b="1">
                <a:latin typeface="+mj-ea"/>
                <a:ea typeface="+mj-ea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043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39E77-9C1B-EB1C-4558-89ECFD3AA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FECC97-D17B-DC33-C2B8-F882D4754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780AB2-0B39-8432-B17D-1333B13B1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409DC9-D4A8-704E-F918-93093F3D7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205FAC-032A-73F5-E796-0A9EAF7DA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094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085E9D-9743-3717-43EE-3D016A657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1D77A4-CAC8-4F04-DF10-C9B0D6E1C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0D5234-0D1E-B410-8E0E-A36A23910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AE53C3-59CF-2885-F531-D6BA06799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94ADFC-4405-D9C2-E711-842A277B4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21851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60D789-EC8E-6093-24AB-0677ADB47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D12DF8-22F6-9391-BA7D-D3BD5516C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3A4C1C-9994-7A14-C0D4-7FD330312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BFC16C-CE2C-5686-634C-877ABA7F3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EB6C1F-660F-53A1-3E2C-C70495253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5864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904CD-CB05-2A8D-F121-DD6627040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DB5EE6-73C4-7823-3FE7-2B174E235D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AC37AF-3297-5E46-6254-0FD1752672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264BCD-9F76-BDA6-9B65-AD3119D35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524A44-0E2C-DBE8-4187-95C13DD3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6C03B4-7B8D-3822-22B6-21C3D582E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2570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71D0A3-23E3-8259-35E9-0009FCAE4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98B395-199E-C653-CFAD-11D1E0BD1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C4CBC2-295D-68DB-5A14-A913E623B3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1D5257-41E7-2E8D-3555-5D14DA7288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25A7B24-C1CF-4E36-B809-063D1E113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B233F02-5629-BD7D-49D2-9DD897B35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BA243BF-BB49-99B8-0F84-780FBDFA3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CB38D56-1FFC-595D-DD43-4D003E511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0661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BA6A5A-257C-09CB-84A6-2FED3799F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3987964-3901-8822-7E03-C301E0CE5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F9843D-B249-8068-FD88-61DF852F8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015BEE-46EE-27BF-1921-1A021F487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4197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873417B-A28A-ED97-AC94-FB98488E8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C747EED-C80F-CF90-D2D8-3CD0E5053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DA2953-2DE7-7DFC-258A-445FF50F0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43714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75164A-F023-56AF-52FA-76CAB4456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59300F-A5FB-A460-FB5B-2E5550915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1C6596-2BE2-4D3A-0366-D28CE76B8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F04274-2335-29C4-9450-D40C418A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02D316-B3B4-7834-177B-1857BFBBE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808EEC-D71C-4937-1270-59C5E7235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5811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F4DD8-5221-CBF9-00A2-03A23C177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55503A1-6D6F-54C0-4ED8-70B331E9F5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4426A2-2C82-ECF4-8FAD-FD42CA992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691247-C215-8428-DF55-14CD5377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286BF6-B941-F76B-8814-4F56F5C64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86D909-4DD4-593F-38D4-266535832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41804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7302A5-9549-2750-EC20-C01070945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6E05FF-DF55-83D0-41F1-619AAD984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44963F-34C1-8F2A-C750-840393D6E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4FB0FB-2233-753F-F5FA-344B8F038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1910EE-7434-40E9-E936-668A12B39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0936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7D7E6A5-3F82-93B4-5FD3-CA0DF8684A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8534D8-2954-5BC3-FDEA-DB34386E6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743C83-B4A9-808D-6AEF-003233133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1DA30B-73FC-FFB1-1BE0-25063ECD9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D63E35-680E-8C2E-55C8-C1E15F630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6863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39E77-9C1B-EB1C-4558-89ECFD3AA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FECC97-D17B-DC33-C2B8-F882D4754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780AB2-0B39-8432-B17D-1333B13B1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409DC9-D4A8-704E-F918-93093F3D7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205FAC-032A-73F5-E796-0A9EAF7DA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0582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085E9D-9743-3717-43EE-3D016A657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1D77A4-CAC8-4F04-DF10-C9B0D6E1C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0D5234-0D1E-B410-8E0E-A36A23910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AE53C3-59CF-2885-F531-D6BA06799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94ADFC-4405-D9C2-E711-842A277B4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1417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60D789-EC8E-6093-24AB-0677ADB47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D12DF8-22F6-9391-BA7D-D3BD5516C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3A4C1C-9994-7A14-C0D4-7FD330312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BFC16C-CE2C-5686-634C-877ABA7F3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EB6C1F-660F-53A1-3E2C-C70495253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4789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904CD-CB05-2A8D-F121-DD6627040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DB5EE6-73C4-7823-3FE7-2B174E235D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AC37AF-3297-5E46-6254-0FD1752672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264BCD-9F76-BDA6-9B65-AD3119D35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524A44-0E2C-DBE8-4187-95C13DD3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6C03B4-7B8D-3822-22B6-21C3D582E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42649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71D0A3-23E3-8259-35E9-0009FCAE4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98B395-199E-C653-CFAD-11D1E0BD1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C4CBC2-295D-68DB-5A14-A913E623B3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1D5257-41E7-2E8D-3555-5D14DA7288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25A7B24-C1CF-4E36-B809-063D1E113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B233F02-5629-BD7D-49D2-9DD897B35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BA243BF-BB49-99B8-0F84-780FBDFA3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CB38D56-1FFC-595D-DD43-4D003E511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9834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BA6A5A-257C-09CB-84A6-2FED3799F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3987964-3901-8822-7E03-C301E0CE5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F9843D-B249-8068-FD88-61DF852F8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015BEE-46EE-27BF-1921-1A021F487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3428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873417B-A28A-ED97-AC94-FB98488E8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C747EED-C80F-CF90-D2D8-3CD0E5053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DA2953-2DE7-7DFC-258A-445FF50F0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9189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75164A-F023-56AF-52FA-76CAB4456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59300F-A5FB-A460-FB5B-2E5550915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1C6596-2BE2-4D3A-0366-D28CE76B8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F04274-2335-29C4-9450-D40C418A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02D316-B3B4-7834-177B-1857BFBBE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808EEC-D71C-4937-1270-59C5E7235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0656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F4DD8-5221-CBF9-00A2-03A23C177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55503A1-6D6F-54C0-4ED8-70B331E9F5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4426A2-2C82-ECF4-8FAD-FD42CA992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691247-C215-8428-DF55-14CD5377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286BF6-B941-F76B-8814-4F56F5C64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86D909-4DD4-593F-38D4-266535832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72314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7302A5-9549-2750-EC20-C01070945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6E05FF-DF55-83D0-41F1-619AAD984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44963F-34C1-8F2A-C750-840393D6E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4FB0FB-2233-753F-F5FA-344B8F038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1910EE-7434-40E9-E936-668A12B39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707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7D7E6A5-3F82-93B4-5FD3-CA0DF8684A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8534D8-2954-5BC3-FDEA-DB34386E6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743C83-B4A9-808D-6AEF-003233133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1DA30B-73FC-FFB1-1BE0-25063ECD9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D63E35-680E-8C2E-55C8-C1E15F630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42114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39E77-9C1B-EB1C-4558-89ECFD3AA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FECC97-D17B-DC33-C2B8-F882D4754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780AB2-0B39-8432-B17D-1333B13B1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409DC9-D4A8-704E-F918-93093F3D7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205FAC-032A-73F5-E796-0A9EAF7DA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35392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085E9D-9743-3717-43EE-3D016A657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1D77A4-CAC8-4F04-DF10-C9B0D6E1C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0D5234-0D1E-B410-8E0E-A36A23910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AE53C3-59CF-2885-F531-D6BA06799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94ADFC-4405-D9C2-E711-842A277B4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3059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60D789-EC8E-6093-24AB-0677ADB47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D12DF8-22F6-9391-BA7D-D3BD5516C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3A4C1C-9994-7A14-C0D4-7FD330312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BFC16C-CE2C-5686-634C-877ABA7F3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EB6C1F-660F-53A1-3E2C-C70495253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86328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904CD-CB05-2A8D-F121-DD6627040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DB5EE6-73C4-7823-3FE7-2B174E235D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AC37AF-3297-5E46-6254-0FD1752672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264BCD-9F76-BDA6-9B65-AD3119D35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524A44-0E2C-DBE8-4187-95C13DD3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6C03B4-7B8D-3822-22B6-21C3D582E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81441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71D0A3-23E3-8259-35E9-0009FCAE4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98B395-199E-C653-CFAD-11D1E0BD1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C4CBC2-295D-68DB-5A14-A913E623B3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1D5257-41E7-2E8D-3555-5D14DA7288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25A7B24-C1CF-4E36-B809-063D1E113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B233F02-5629-BD7D-49D2-9DD897B35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BA243BF-BB49-99B8-0F84-780FBDFA3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CB38D56-1FFC-595D-DD43-4D003E511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036196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BA6A5A-257C-09CB-84A6-2FED3799F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3987964-3901-8822-7E03-C301E0CE5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F9843D-B249-8068-FD88-61DF852F8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015BEE-46EE-27BF-1921-1A021F487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3393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873417B-A28A-ED97-AC94-FB98488E8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C747EED-C80F-CF90-D2D8-3CD0E5053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DA2953-2DE7-7DFC-258A-445FF50F0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075021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75164A-F023-56AF-52FA-76CAB4456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59300F-A5FB-A460-FB5B-2E5550915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1C6596-2BE2-4D3A-0366-D28CE76B8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F04274-2335-29C4-9450-D40C418A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02D316-B3B4-7834-177B-1857BFBBE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808EEC-D71C-4937-1270-59C5E7235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67176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F4DD8-5221-CBF9-00A2-03A23C177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55503A1-6D6F-54C0-4ED8-70B331E9F5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4426A2-2C82-ECF4-8FAD-FD42CA992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691247-C215-8428-DF55-14CD5377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286BF6-B941-F76B-8814-4F56F5C64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86D909-4DD4-593F-38D4-266535832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49778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7302A5-9549-2750-EC20-C01070945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6E05FF-DF55-83D0-41F1-619AAD984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44963F-34C1-8F2A-C750-840393D6E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4FB0FB-2233-753F-F5FA-344B8F038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1910EE-7434-40E9-E936-668A12B39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8842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7D7E6A5-3F82-93B4-5FD3-CA0DF8684A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8534D8-2954-5BC3-FDEA-DB34386E6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743C83-B4A9-808D-6AEF-003233133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1DA30B-73FC-FFB1-1BE0-25063ECD9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D63E35-680E-8C2E-55C8-C1E15F630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0297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ECDDD049-3A5D-C3E7-053F-20614C14F74F}"/>
              </a:ext>
            </a:extLst>
          </p:cNvPr>
          <p:cNvSpPr txBox="1">
            <a:spLocks/>
          </p:cNvSpPr>
          <p:nvPr/>
        </p:nvSpPr>
        <p:spPr>
          <a:xfrm>
            <a:off x="290445" y="-256939"/>
            <a:ext cx="6304319" cy="170157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609630" rtl="0" eaLnBrk="1" latinLnBrk="1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sz="3300" dirty="0"/>
          </a:p>
        </p:txBody>
      </p:sp>
    </p:spTree>
    <p:extLst>
      <p:ext uri="{BB962C8B-B14F-4D97-AF65-F5344CB8AC3E}">
        <p14:creationId xmlns:p14="http://schemas.microsoft.com/office/powerpoint/2010/main" val="179945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</p:sldLayoutIdLst>
  <p:txStyles>
    <p:titleStyle>
      <a:lvl1pPr algn="ctr" defTabSz="609630" rtl="0" eaLnBrk="1" latinLnBrk="1" hangingPunct="1">
        <a:spcBef>
          <a:spcPct val="0"/>
        </a:spcBef>
        <a:buNone/>
        <a:defRPr sz="2933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1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1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1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1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1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1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1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1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1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1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1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1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1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1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1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1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1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1D033C-DA2C-F168-67C7-24AE71A14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4C25AD-CBD6-A8D8-1164-950191486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F10967-EC4E-E0F6-7CD4-2F9358F334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8D7C6E-49E5-045D-A79B-FF1B43AB9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62CC31-E21B-8438-D556-B57CFE1B00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008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1D033C-DA2C-F168-67C7-24AE71A14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4C25AD-CBD6-A8D8-1164-950191486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F10967-EC4E-E0F6-7CD4-2F9358F334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8D7C6E-49E5-045D-A79B-FF1B43AB9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62CC31-E21B-8438-D556-B57CFE1B00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37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1D033C-DA2C-F168-67C7-24AE71A14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4C25AD-CBD6-A8D8-1164-950191486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F10967-EC4E-E0F6-7CD4-2F9358F334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ECEF90-C979-4A5A-B56B-5B5598D7637D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8D7C6E-49E5-045D-A79B-FF1B43AB9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62CC31-E21B-8438-D556-B57CFE1B00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FE90C8-24A4-4719-ABCD-C9B778993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870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1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[IT 꿀팁] 데이터 크롤링, 웹 크롤러? 크롤링(Crawling)의 정의를 알아보자">
            <a:extLst>
              <a:ext uri="{FF2B5EF4-FFF2-40B4-BE49-F238E27FC236}">
                <a16:creationId xmlns:a16="http://schemas.microsoft.com/office/drawing/2014/main" id="{ABE681B9-CAC6-2CB5-1C35-5969E4A47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34501">
            <a:off x="7854294" y="439417"/>
            <a:ext cx="323850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지금 무료] 파이썬 무료 강의 (활용편3) - 웹 스크래핑 (5시간) 강의 | 나도코딩 - 인프런">
            <a:extLst>
              <a:ext uri="{FF2B5EF4-FFF2-40B4-BE49-F238E27FC236}">
                <a16:creationId xmlns:a16="http://schemas.microsoft.com/office/drawing/2014/main" id="{D1D48539-720B-D766-98DA-9C719F990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31673">
            <a:off x="776720" y="3634943"/>
            <a:ext cx="3633492" cy="2364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5192536-A008-00EF-DB06-BAE9F1145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9468" y="2058667"/>
            <a:ext cx="8613059" cy="1219200"/>
          </a:xfr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lang="en-US" altLang="ko-KR" sz="3500" b="1" dirty="0">
                <a:latin typeface="맑은고딕"/>
              </a:rPr>
              <a:t>Crawling</a:t>
            </a:r>
            <a:r>
              <a:rPr lang="ko-KR" altLang="en-US" sz="3500" b="1" dirty="0">
                <a:latin typeface="맑은고딕"/>
              </a:rPr>
              <a:t>을 이용한</a:t>
            </a:r>
            <a:br>
              <a:rPr lang="en-US" altLang="ko-KR" sz="3500" b="1" dirty="0">
                <a:latin typeface="맑은고딕"/>
              </a:rPr>
            </a:br>
            <a:r>
              <a:rPr lang="ko-KR" altLang="en-US" sz="3500" b="1" dirty="0">
                <a:latin typeface="맑은고딕"/>
              </a:rPr>
              <a:t>공모전 정보 통합 사이트</a:t>
            </a:r>
            <a:endParaRPr lang="ko-KR" altLang="en-US" sz="35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11B730-4210-1812-D275-AA341DAC4896}"/>
              </a:ext>
            </a:extLst>
          </p:cNvPr>
          <p:cNvSpPr txBox="1">
            <a:spLocks/>
          </p:cNvSpPr>
          <p:nvPr/>
        </p:nvSpPr>
        <p:spPr>
          <a:xfrm>
            <a:off x="3522017" y="3327484"/>
            <a:ext cx="5147960" cy="646785"/>
          </a:xfr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228611" indent="-228611" algn="l" defTabSz="60963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2000" b="1" dirty="0">
                <a:solidFill>
                  <a:schemeClr val="bg1"/>
                </a:solidFill>
                <a:latin typeface="+mj-ea"/>
                <a:ea typeface="+mj-ea"/>
              </a:rPr>
              <a:t>윤찬호</a:t>
            </a:r>
          </a:p>
        </p:txBody>
      </p:sp>
    </p:spTree>
    <p:extLst>
      <p:ext uri="{BB962C8B-B14F-4D97-AF65-F5344CB8AC3E}">
        <p14:creationId xmlns:p14="http://schemas.microsoft.com/office/powerpoint/2010/main" val="3788321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BB3C54F1-7D2A-69AF-A187-B968E608EF8E}"/>
              </a:ext>
            </a:extLst>
          </p:cNvPr>
          <p:cNvSpPr/>
          <p:nvPr/>
        </p:nvSpPr>
        <p:spPr>
          <a:xfrm>
            <a:off x="648947" y="2105891"/>
            <a:ext cx="3110253" cy="21596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2750B8-27CF-8622-0945-E179D1EA5E2A}"/>
              </a:ext>
            </a:extLst>
          </p:cNvPr>
          <p:cNvSpPr/>
          <p:nvPr/>
        </p:nvSpPr>
        <p:spPr>
          <a:xfrm>
            <a:off x="5551055" y="1594162"/>
            <a:ext cx="5987804" cy="517289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C1DE6C3-BACF-5124-B980-8114651B4EA2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708240" y="1765649"/>
            <a:ext cx="2458800" cy="22608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CCBFBCB-298D-59F2-74DE-2240C1AE8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1352" y="1765649"/>
            <a:ext cx="2458799" cy="226157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66C413F-7425-9FEC-174C-8CDA6B0BE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300" b="1" dirty="0">
                <a:latin typeface="맑은고딕"/>
              </a:rPr>
              <a:t>프로젝트 개요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022541-2EAE-843D-576E-DE275DAB0E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sz="2400">
                <a:solidFill>
                  <a:schemeClr val="bg1"/>
                </a:solidFill>
              </a:rPr>
              <a:t>공모전 확인 불편함</a:t>
            </a:r>
            <a:endParaRPr lang="en-US" altLang="ko-KR" sz="2400" dirty="0">
              <a:solidFill>
                <a:schemeClr val="bg1"/>
              </a:solidFill>
            </a:endParaRPr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2F8229-EB82-FF8E-73AB-23EB5A3326F1}"/>
              </a:ext>
            </a:extLst>
          </p:cNvPr>
          <p:cNvSpPr txBox="1"/>
          <p:nvPr/>
        </p:nvSpPr>
        <p:spPr>
          <a:xfrm>
            <a:off x="653142" y="2495839"/>
            <a:ext cx="3901062" cy="1093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500" dirty="0">
                <a:solidFill>
                  <a:schemeClr val="bg1"/>
                </a:solidFill>
              </a:rPr>
              <a:t>공모전 사이트 통합</a:t>
            </a:r>
            <a:endParaRPr lang="en-US" altLang="ko-KR" sz="15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500" dirty="0">
                <a:solidFill>
                  <a:schemeClr val="bg1"/>
                </a:solidFill>
              </a:rPr>
              <a:t>각 홈페이지마다 다른 구성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500" dirty="0">
                <a:solidFill>
                  <a:schemeClr val="bg1"/>
                </a:solidFill>
              </a:rPr>
              <a:t>자세한 정보를 확인하기 불편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BB9C712-71D5-A91B-5C52-51124314E0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1866" y="4265576"/>
            <a:ext cx="2458285" cy="2261575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485402E2-8A28-9CE4-9918-3AEF286DD761}"/>
              </a:ext>
            </a:extLst>
          </p:cNvPr>
          <p:cNvSpPr/>
          <p:nvPr/>
        </p:nvSpPr>
        <p:spPr>
          <a:xfrm>
            <a:off x="8306378" y="2701190"/>
            <a:ext cx="415636" cy="267855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361DAE5-10C7-2EE4-3FDB-21D4FDFA0993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5708754" y="4265575"/>
            <a:ext cx="2458800" cy="2261576"/>
          </a:xfrm>
          <a:prstGeom prst="rect">
            <a:avLst/>
          </a:prstGeom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BD94D961-4981-D1B6-E33A-70F3AD9735B7}"/>
              </a:ext>
            </a:extLst>
          </p:cNvPr>
          <p:cNvSpPr/>
          <p:nvPr/>
        </p:nvSpPr>
        <p:spPr>
          <a:xfrm>
            <a:off x="8306378" y="5248767"/>
            <a:ext cx="415636" cy="267855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729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33FFDE-DAD5-7057-3E69-5ECA5933A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7E282E7-301F-C4F2-4A86-7AB131BC4F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구성도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99C7DAB6-2F7F-4C86-63A9-1B343E7E3A76}"/>
              </a:ext>
            </a:extLst>
          </p:cNvPr>
          <p:cNvGrpSpPr/>
          <p:nvPr/>
        </p:nvGrpSpPr>
        <p:grpSpPr>
          <a:xfrm>
            <a:off x="8094657" y="2336970"/>
            <a:ext cx="2794500" cy="2989368"/>
            <a:chOff x="8094657" y="2336970"/>
            <a:chExt cx="2794500" cy="2989368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5BC1DA6-05E9-4352-D7B9-475184A30662}"/>
                </a:ext>
              </a:extLst>
            </p:cNvPr>
            <p:cNvSpPr/>
            <p:nvPr/>
          </p:nvSpPr>
          <p:spPr>
            <a:xfrm>
              <a:off x="8094657" y="2336970"/>
              <a:ext cx="2794500" cy="298936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310A2F8C-DF09-F7EF-713E-3B2EBA2B52B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42359" y="2472654"/>
              <a:ext cx="2505600" cy="2718000"/>
            </a:xfrm>
            <a:prstGeom prst="rect">
              <a:avLst/>
            </a:prstGeom>
          </p:spPr>
        </p:pic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2E09AB45-29F6-205D-228E-609FC258DFF3}"/>
              </a:ext>
            </a:extLst>
          </p:cNvPr>
          <p:cNvSpPr/>
          <p:nvPr/>
        </p:nvSpPr>
        <p:spPr>
          <a:xfrm>
            <a:off x="4603066" y="2336970"/>
            <a:ext cx="2794500" cy="29893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85B96B8-78EA-E8B1-BE84-E68BCFF90900}"/>
              </a:ext>
            </a:extLst>
          </p:cNvPr>
          <p:cNvSpPr/>
          <p:nvPr/>
        </p:nvSpPr>
        <p:spPr>
          <a:xfrm>
            <a:off x="4746374" y="2472654"/>
            <a:ext cx="2495006" cy="271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5BDC7ED-ED23-B227-FF1F-C27F48327515}"/>
              </a:ext>
            </a:extLst>
          </p:cNvPr>
          <p:cNvSpPr/>
          <p:nvPr/>
        </p:nvSpPr>
        <p:spPr>
          <a:xfrm>
            <a:off x="8092824" y="5435911"/>
            <a:ext cx="2794500" cy="5858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1E212E-392E-DF71-14D3-363CB7F65BCA}"/>
              </a:ext>
            </a:extLst>
          </p:cNvPr>
          <p:cNvSpPr/>
          <p:nvPr/>
        </p:nvSpPr>
        <p:spPr>
          <a:xfrm>
            <a:off x="4603066" y="5435911"/>
            <a:ext cx="2794500" cy="5858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4208DB-96C0-FBC5-984C-B2AEEC1D5F47}"/>
              </a:ext>
            </a:extLst>
          </p:cNvPr>
          <p:cNvSpPr/>
          <p:nvPr/>
        </p:nvSpPr>
        <p:spPr>
          <a:xfrm>
            <a:off x="1097081" y="5451837"/>
            <a:ext cx="2794500" cy="5858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F5FA23C-ABC8-C17B-7170-E3ADC1DDAFFD}"/>
              </a:ext>
            </a:extLst>
          </p:cNvPr>
          <p:cNvGrpSpPr/>
          <p:nvPr/>
        </p:nvGrpSpPr>
        <p:grpSpPr>
          <a:xfrm>
            <a:off x="1097081" y="2336970"/>
            <a:ext cx="2794500" cy="2989368"/>
            <a:chOff x="966430" y="2456779"/>
            <a:chExt cx="2794500" cy="2989368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F0D0401-A84A-C5B4-6630-303326A57430}"/>
                </a:ext>
              </a:extLst>
            </p:cNvPr>
            <p:cNvSpPr/>
            <p:nvPr/>
          </p:nvSpPr>
          <p:spPr>
            <a:xfrm>
              <a:off x="966430" y="2456779"/>
              <a:ext cx="2794500" cy="298936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C768E8D7-D3FE-4DF7-FD42-6859B235E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3291" y="2592464"/>
              <a:ext cx="2504141" cy="2718610"/>
            </a:xfrm>
            <a:prstGeom prst="rect">
              <a:avLst/>
            </a:prstGeom>
          </p:spPr>
        </p:pic>
      </p:grp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0FB602B7-504B-947C-0D1F-695ABA79C482}"/>
              </a:ext>
            </a:extLst>
          </p:cNvPr>
          <p:cNvSpPr/>
          <p:nvPr/>
        </p:nvSpPr>
        <p:spPr>
          <a:xfrm>
            <a:off x="7508135" y="3831654"/>
            <a:ext cx="415636" cy="267855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72DC0E2-6BA7-D67A-A754-5B53774115C4}"/>
              </a:ext>
            </a:extLst>
          </p:cNvPr>
          <p:cNvGrpSpPr/>
          <p:nvPr/>
        </p:nvGrpSpPr>
        <p:grpSpPr>
          <a:xfrm>
            <a:off x="4923054" y="2933684"/>
            <a:ext cx="2063901" cy="2063793"/>
            <a:chOff x="5015437" y="3161283"/>
            <a:chExt cx="1468124" cy="1672755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80CED3B6-DBB9-90E8-11B6-2CADE7FBCD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0954925">
              <a:off x="5015437" y="3161283"/>
              <a:ext cx="1468124" cy="373956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88DCEF94-FAC1-93C2-6BF3-4304F1E63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915687">
              <a:off x="5243726" y="3719297"/>
              <a:ext cx="1202948" cy="347833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78AA1490-4F52-D995-3274-22BF6518A70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0829918">
              <a:off x="5222129" y="4083848"/>
              <a:ext cx="657317" cy="409632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96351515-B5EE-77EF-8D93-F7F5B0FCC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516042">
              <a:off x="5291067" y="4532291"/>
              <a:ext cx="1017645" cy="301747"/>
            </a:xfrm>
            <a:prstGeom prst="rect">
              <a:avLst/>
            </a:prstGeom>
          </p:spPr>
        </p:pic>
      </p:grp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07083327-6D4C-6B19-0638-A126CDBB1C2B}"/>
              </a:ext>
            </a:extLst>
          </p:cNvPr>
          <p:cNvSpPr/>
          <p:nvPr/>
        </p:nvSpPr>
        <p:spPr>
          <a:xfrm>
            <a:off x="4045402" y="3831654"/>
            <a:ext cx="415636" cy="267855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EBDB02-3FEE-0D49-5263-6A3DB0502FEF}"/>
              </a:ext>
            </a:extLst>
          </p:cNvPr>
          <p:cNvSpPr txBox="1"/>
          <p:nvPr/>
        </p:nvSpPr>
        <p:spPr>
          <a:xfrm>
            <a:off x="1353508" y="5467765"/>
            <a:ext cx="22816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>
                <a:solidFill>
                  <a:schemeClr val="bg1"/>
                </a:solidFill>
              </a:rPr>
              <a:t>원하는 공모전 주제 입력 후 검색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1D9079-9F0D-DC60-599A-DB343CB867CC}"/>
              </a:ext>
            </a:extLst>
          </p:cNvPr>
          <p:cNvSpPr txBox="1"/>
          <p:nvPr/>
        </p:nvSpPr>
        <p:spPr>
          <a:xfrm>
            <a:off x="4898134" y="5467765"/>
            <a:ext cx="2113742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>
                <a:solidFill>
                  <a:schemeClr val="bg1"/>
                </a:solidFill>
                <a:latin typeface="+mj-ea"/>
                <a:ea typeface="+mj-ea"/>
              </a:rPr>
              <a:t>각종 공모전 사이트</a:t>
            </a:r>
            <a:endParaRPr lang="en-US" altLang="ko-KR" sz="15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500" b="1" dirty="0">
                <a:solidFill>
                  <a:schemeClr val="bg1"/>
                </a:solidFill>
                <a:latin typeface="+mj-ea"/>
                <a:ea typeface="+mj-ea"/>
              </a:rPr>
              <a:t> 정보 </a:t>
            </a:r>
            <a:r>
              <a:rPr lang="en-US" altLang="ko-KR" sz="1600" b="1" dirty="0">
                <a:solidFill>
                  <a:schemeClr val="bg1"/>
                </a:solidFill>
                <a:latin typeface="맑은고딕"/>
              </a:rPr>
              <a:t>Crawling</a:t>
            </a:r>
            <a:endParaRPr lang="ko-KR" altLang="en-US" sz="15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1273BD-F4C0-9416-7755-D950C1FB0EA9}"/>
              </a:ext>
            </a:extLst>
          </p:cNvPr>
          <p:cNvSpPr txBox="1"/>
          <p:nvPr/>
        </p:nvSpPr>
        <p:spPr>
          <a:xfrm>
            <a:off x="7926410" y="5567254"/>
            <a:ext cx="296091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>
                <a:solidFill>
                  <a:schemeClr val="bg1"/>
                </a:solidFill>
                <a:latin typeface="+mj-ea"/>
                <a:ea typeface="+mj-ea"/>
              </a:rPr>
              <a:t>공모전 통합 목록</a:t>
            </a:r>
          </a:p>
        </p:txBody>
      </p:sp>
    </p:spTree>
    <p:extLst>
      <p:ext uri="{BB962C8B-B14F-4D97-AF65-F5344CB8AC3E}">
        <p14:creationId xmlns:p14="http://schemas.microsoft.com/office/powerpoint/2010/main" val="3597351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BBD3D2-C3D5-8464-E665-B832750CB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사용기술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7C3052-DA1E-6462-F555-28BCFCA313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Backend, Frontend</a:t>
            </a:r>
            <a:endParaRPr lang="ko-KR" altLang="en-US" dirty="0"/>
          </a:p>
        </p:txBody>
      </p:sp>
      <p:graphicFrame>
        <p:nvGraphicFramePr>
          <p:cNvPr id="5" name="TextBox 4">
            <a:extLst>
              <a:ext uri="{FF2B5EF4-FFF2-40B4-BE49-F238E27FC236}">
                <a16:creationId xmlns:a16="http://schemas.microsoft.com/office/drawing/2014/main" id="{BF9879E0-E0E6-7F05-415A-A6273349D8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2947645"/>
              </p:ext>
            </p:extLst>
          </p:nvPr>
        </p:nvGraphicFramePr>
        <p:xfrm>
          <a:off x="890720" y="2836609"/>
          <a:ext cx="3588915" cy="16153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8" descr="T.I.L 1st Week (HTML &amp;&amp; CSS)">
            <a:extLst>
              <a:ext uri="{FF2B5EF4-FFF2-40B4-BE49-F238E27FC236}">
                <a16:creationId xmlns:a16="http://schemas.microsoft.com/office/drawing/2014/main" id="{96F9F097-9538-E286-714F-3FF6A1912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27" r="2" b="898"/>
          <a:stretch/>
        </p:blipFill>
        <p:spPr bwMode="auto">
          <a:xfrm>
            <a:off x="5514535" y="2872129"/>
            <a:ext cx="4091274" cy="3985871"/>
          </a:xfrm>
          <a:custGeom>
            <a:avLst/>
            <a:gdLst/>
            <a:ahLst/>
            <a:cxnLst/>
            <a:rect l="l" t="t" r="r" b="b"/>
            <a:pathLst>
              <a:path w="4030579" h="3703141">
                <a:moveTo>
                  <a:pt x="2015289" y="0"/>
                </a:moveTo>
                <a:cubicBezTo>
                  <a:pt x="3128303" y="0"/>
                  <a:pt x="4030579" y="902277"/>
                  <a:pt x="4030579" y="2015290"/>
                </a:cubicBezTo>
                <a:cubicBezTo>
                  <a:pt x="4030579" y="2710923"/>
                  <a:pt x="3678127" y="3324237"/>
                  <a:pt x="3142057" y="3686399"/>
                </a:cubicBezTo>
                <a:lnTo>
                  <a:pt x="3114499" y="3703141"/>
                </a:lnTo>
                <a:lnTo>
                  <a:pt x="916080" y="3703141"/>
                </a:lnTo>
                <a:lnTo>
                  <a:pt x="888522" y="3686399"/>
                </a:lnTo>
                <a:cubicBezTo>
                  <a:pt x="352452" y="3324237"/>
                  <a:pt x="0" y="2710923"/>
                  <a:pt x="0" y="2015290"/>
                </a:cubicBezTo>
                <a:cubicBezTo>
                  <a:pt x="0" y="902277"/>
                  <a:pt x="902277" y="0"/>
                  <a:pt x="201528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Selenium - 나무위키">
            <a:extLst>
              <a:ext uri="{FF2B5EF4-FFF2-40B4-BE49-F238E27FC236}">
                <a16:creationId xmlns:a16="http://schemas.microsoft.com/office/drawing/2014/main" id="{2C9DA13E-4955-A793-6C0E-D97D38EE8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65"/>
          <a:stretch/>
        </p:blipFill>
        <p:spPr bwMode="auto">
          <a:xfrm>
            <a:off x="10303232" y="1655077"/>
            <a:ext cx="1888768" cy="2126936"/>
          </a:xfrm>
          <a:custGeom>
            <a:avLst/>
            <a:gdLst/>
            <a:ahLst/>
            <a:cxnLst/>
            <a:rect l="l" t="t" r="r" b="b"/>
            <a:pathLst>
              <a:path w="3437355" h="3870794">
                <a:moveTo>
                  <a:pt x="1935397" y="0"/>
                </a:moveTo>
                <a:cubicBezTo>
                  <a:pt x="2536648" y="0"/>
                  <a:pt x="3073863" y="274168"/>
                  <a:pt x="3428843" y="704305"/>
                </a:cubicBezTo>
                <a:lnTo>
                  <a:pt x="3437355" y="715687"/>
                </a:lnTo>
                <a:lnTo>
                  <a:pt x="3437355" y="3155107"/>
                </a:lnTo>
                <a:lnTo>
                  <a:pt x="3428843" y="3166489"/>
                </a:lnTo>
                <a:cubicBezTo>
                  <a:pt x="3073863" y="3596626"/>
                  <a:pt x="2536648" y="3870794"/>
                  <a:pt x="1935397" y="3870794"/>
                </a:cubicBezTo>
                <a:cubicBezTo>
                  <a:pt x="866507" y="3870794"/>
                  <a:pt x="0" y="3004287"/>
                  <a:pt x="0" y="1935397"/>
                </a:cubicBezTo>
                <a:cubicBezTo>
                  <a:pt x="0" y="866507"/>
                  <a:pt x="866507" y="0"/>
                  <a:pt x="1935397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Flask brand resources: accessing high-guality vector logo ...">
            <a:extLst>
              <a:ext uri="{FF2B5EF4-FFF2-40B4-BE49-F238E27FC236}">
                <a16:creationId xmlns:a16="http://schemas.microsoft.com/office/drawing/2014/main" id="{8093040C-272B-D187-7A89-C397277CB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09" r="20809"/>
          <a:stretch/>
        </p:blipFill>
        <p:spPr bwMode="auto">
          <a:xfrm>
            <a:off x="9747782" y="4266966"/>
            <a:ext cx="2444218" cy="2591034"/>
          </a:xfrm>
          <a:custGeom>
            <a:avLst/>
            <a:gdLst/>
            <a:ahLst/>
            <a:cxnLst/>
            <a:rect l="l" t="t" r="r" b="b"/>
            <a:pathLst>
              <a:path w="2444218" h="2591034">
                <a:moveTo>
                  <a:pt x="1511006" y="0"/>
                </a:moveTo>
                <a:cubicBezTo>
                  <a:pt x="1823946" y="0"/>
                  <a:pt x="2114666" y="95133"/>
                  <a:pt x="2355824" y="258056"/>
                </a:cubicBezTo>
                <a:lnTo>
                  <a:pt x="2444218" y="324156"/>
                </a:lnTo>
                <a:lnTo>
                  <a:pt x="2444218" y="2591034"/>
                </a:lnTo>
                <a:lnTo>
                  <a:pt x="455311" y="2591034"/>
                </a:lnTo>
                <a:lnTo>
                  <a:pt x="442564" y="2579449"/>
                </a:lnTo>
                <a:cubicBezTo>
                  <a:pt x="169125" y="2306011"/>
                  <a:pt x="0" y="1928259"/>
                  <a:pt x="0" y="1511006"/>
                </a:cubicBezTo>
                <a:cubicBezTo>
                  <a:pt x="0" y="676501"/>
                  <a:pt x="676501" y="0"/>
                  <a:pt x="151100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1805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877AE4F0-A786-5AD1-2713-B5B747B7F247}"/>
              </a:ext>
            </a:extLst>
          </p:cNvPr>
          <p:cNvSpPr/>
          <p:nvPr/>
        </p:nvSpPr>
        <p:spPr>
          <a:xfrm>
            <a:off x="4756727" y="1594162"/>
            <a:ext cx="6782132" cy="517289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ECD43C4-26E7-16DC-8A58-5179936DB10B}"/>
              </a:ext>
            </a:extLst>
          </p:cNvPr>
          <p:cNvSpPr/>
          <p:nvPr/>
        </p:nvSpPr>
        <p:spPr>
          <a:xfrm>
            <a:off x="648947" y="2105891"/>
            <a:ext cx="3110253" cy="21596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62C7BDD-712C-E8A7-E53E-E51F5C5A3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세부기능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B878AE0-DD9E-A16B-DDBC-E6A4AC6FD3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중복된 검색 처리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66AF9F1-5656-F124-9A90-F260267D8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612" y="1798015"/>
            <a:ext cx="5694624" cy="16309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24FE6E-EEF7-B110-C0B9-A479581C6203}"/>
              </a:ext>
            </a:extLst>
          </p:cNvPr>
          <p:cNvSpPr txBox="1"/>
          <p:nvPr/>
        </p:nvSpPr>
        <p:spPr>
          <a:xfrm>
            <a:off x="648947" y="2540127"/>
            <a:ext cx="3110253" cy="11165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dirty="0">
                <a:solidFill>
                  <a:schemeClr val="bg1"/>
                </a:solidFill>
              </a:rPr>
              <a:t>전에 같은 검색어를 입력한 내역이 있다면</a:t>
            </a:r>
            <a:r>
              <a:rPr lang="en-US" altLang="ko-KR" sz="1500" dirty="0">
                <a:solidFill>
                  <a:schemeClr val="bg1"/>
                </a:solidFill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맑은고딕"/>
              </a:rPr>
              <a:t>Crawling</a:t>
            </a:r>
            <a:r>
              <a:rPr lang="ko-KR" altLang="en-US" sz="1500" dirty="0">
                <a:solidFill>
                  <a:schemeClr val="bg1"/>
                </a:solidFill>
              </a:rPr>
              <a:t>을 진행하지 않고 홈페이지를</a:t>
            </a:r>
            <a:r>
              <a:rPr lang="en-US" altLang="ko-KR" sz="1500" dirty="0">
                <a:solidFill>
                  <a:schemeClr val="bg1"/>
                </a:solidFill>
              </a:rPr>
              <a:t> </a:t>
            </a:r>
            <a:r>
              <a:rPr lang="ko-KR" altLang="en-US" sz="1500" dirty="0">
                <a:solidFill>
                  <a:schemeClr val="bg1"/>
                </a:solidFill>
              </a:rPr>
              <a:t>출력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2ADBDB5-3634-6CD7-4820-BC40614EC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448" y="4011125"/>
            <a:ext cx="5759279" cy="2505425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094397-9D1A-5FF3-E561-4C5651FE0C3B}"/>
              </a:ext>
            </a:extLst>
          </p:cNvPr>
          <p:cNvSpPr/>
          <p:nvPr/>
        </p:nvSpPr>
        <p:spPr>
          <a:xfrm>
            <a:off x="5357091" y="1884914"/>
            <a:ext cx="4886036" cy="2209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194DFA1-AEB6-A78A-79D8-1E68BB959DC3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7321512" y="2105891"/>
            <a:ext cx="158294" cy="1992603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1593090-D960-2251-4B6E-A3062197D8A1}"/>
              </a:ext>
            </a:extLst>
          </p:cNvPr>
          <p:cNvSpPr/>
          <p:nvPr/>
        </p:nvSpPr>
        <p:spPr>
          <a:xfrm>
            <a:off x="5704775" y="4098494"/>
            <a:ext cx="3550061" cy="2447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2821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877AE4F0-A786-5AD1-2713-B5B747B7F247}"/>
              </a:ext>
            </a:extLst>
          </p:cNvPr>
          <p:cNvSpPr/>
          <p:nvPr/>
        </p:nvSpPr>
        <p:spPr>
          <a:xfrm>
            <a:off x="4756727" y="1594162"/>
            <a:ext cx="6782132" cy="517289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ECD43C4-26E7-16DC-8A58-5179936DB10B}"/>
              </a:ext>
            </a:extLst>
          </p:cNvPr>
          <p:cNvSpPr/>
          <p:nvPr/>
        </p:nvSpPr>
        <p:spPr>
          <a:xfrm>
            <a:off x="648947" y="2105891"/>
            <a:ext cx="3110253" cy="21596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62C7BDD-712C-E8A7-E53E-E51F5C5A3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세부기능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B878AE0-DD9E-A16B-DDBC-E6A4AC6FD3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갱신 기능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24FE6E-EEF7-B110-C0B9-A479581C6203}"/>
              </a:ext>
            </a:extLst>
          </p:cNvPr>
          <p:cNvSpPr txBox="1"/>
          <p:nvPr/>
        </p:nvSpPr>
        <p:spPr>
          <a:xfrm>
            <a:off x="648947" y="2724793"/>
            <a:ext cx="3110253" cy="7471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bg1"/>
                </a:solidFill>
              </a:rPr>
              <a:t>해당 키워드의 공모전 정보</a:t>
            </a:r>
            <a:r>
              <a:rPr lang="ko-KR" altLang="en-US" sz="1500" dirty="0">
                <a:solidFill>
                  <a:schemeClr val="bg1"/>
                </a:solidFill>
              </a:rPr>
              <a:t>를 다시 받기 위한 </a:t>
            </a:r>
            <a:r>
              <a:rPr lang="ko-KR" altLang="en-US" sz="1500" b="1" dirty="0">
                <a:solidFill>
                  <a:schemeClr val="bg1"/>
                </a:solidFill>
              </a:rPr>
              <a:t>갱신</a:t>
            </a:r>
            <a:r>
              <a:rPr lang="ko-KR" altLang="en-US" sz="1500" dirty="0">
                <a:solidFill>
                  <a:schemeClr val="bg1"/>
                </a:solidFill>
              </a:rPr>
              <a:t> 버튼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2BEB61A-D4F9-AA8C-8845-A83531C78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410" y="2974640"/>
            <a:ext cx="3920296" cy="20767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BB5729E-7139-7EB9-E05E-7EFF336E3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410" y="2000966"/>
            <a:ext cx="5345772" cy="743054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094397-9D1A-5FF3-E561-4C5651FE0C3B}"/>
              </a:ext>
            </a:extLst>
          </p:cNvPr>
          <p:cNvSpPr/>
          <p:nvPr/>
        </p:nvSpPr>
        <p:spPr>
          <a:xfrm>
            <a:off x="4995410" y="1987021"/>
            <a:ext cx="2726190" cy="1927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194DFA1-AEB6-A78A-79D8-1E68BB959DC3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6016853" y="2179782"/>
            <a:ext cx="915812" cy="1017404"/>
          </a:xfrm>
          <a:prstGeom prst="line">
            <a:avLst/>
          </a:prstGeom>
          <a:ln w="25400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1593090-D960-2251-4B6E-A3062197D8A1}"/>
              </a:ext>
            </a:extLst>
          </p:cNvPr>
          <p:cNvSpPr/>
          <p:nvPr/>
        </p:nvSpPr>
        <p:spPr>
          <a:xfrm>
            <a:off x="5044485" y="3197186"/>
            <a:ext cx="3776360" cy="17719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704577F5-D73B-83F1-8BDC-E655C28CFC5E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869920" y="3897746"/>
            <a:ext cx="2574077" cy="2732946"/>
          </a:xfrm>
          <a:prstGeom prst="rect">
            <a:avLst/>
          </a:prstGeom>
        </p:spPr>
      </p:pic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AD5CCFC2-2DE5-B015-F710-A36C3F478C46}"/>
              </a:ext>
            </a:extLst>
          </p:cNvPr>
          <p:cNvCxnSpPr>
            <a:cxnSpLocks/>
            <a:stCxn id="25" idx="0"/>
            <a:endCxn id="13" idx="3"/>
          </p:cNvCxnSpPr>
          <p:nvPr/>
        </p:nvCxnSpPr>
        <p:spPr>
          <a:xfrm flipH="1" flipV="1">
            <a:off x="7721600" y="2083402"/>
            <a:ext cx="3558308" cy="1814344"/>
          </a:xfrm>
          <a:prstGeom prst="line">
            <a:avLst/>
          </a:prstGeom>
          <a:ln w="25400">
            <a:solidFill>
              <a:srgbClr val="FF000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4C3CB1A-BEE8-95D5-A276-E4D80B08AE72}"/>
              </a:ext>
            </a:extLst>
          </p:cNvPr>
          <p:cNvSpPr/>
          <p:nvPr/>
        </p:nvSpPr>
        <p:spPr>
          <a:xfrm>
            <a:off x="11154485" y="3897746"/>
            <a:ext cx="250845" cy="2053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5400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D4DCC-8AA9-3EB0-8ED2-53EEF15D3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 err="1"/>
              <a:t>TroubleShooting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15400F-70AE-9F95-081D-815DC2EF24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이미지 가져오기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F12964A-795C-7A68-8EF8-DA428DC41FA0}"/>
              </a:ext>
            </a:extLst>
          </p:cNvPr>
          <p:cNvSpPr/>
          <p:nvPr/>
        </p:nvSpPr>
        <p:spPr>
          <a:xfrm>
            <a:off x="4756727" y="1594162"/>
            <a:ext cx="6782132" cy="517289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D2F8129-AFB0-A546-1118-34A9CC83A5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8258"/>
          <a:stretch/>
        </p:blipFill>
        <p:spPr>
          <a:xfrm>
            <a:off x="4941333" y="1757791"/>
            <a:ext cx="3358747" cy="198170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7D950EA-BA4D-4B12-637C-98F22084F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333" y="2052312"/>
            <a:ext cx="4756849" cy="1687185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98B20B3-51F9-F70C-5CE2-48D36A9532A1}"/>
              </a:ext>
            </a:extLst>
          </p:cNvPr>
          <p:cNvSpPr/>
          <p:nvPr/>
        </p:nvSpPr>
        <p:spPr>
          <a:xfrm>
            <a:off x="648947" y="2105891"/>
            <a:ext cx="3110253" cy="21596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260977-80BB-A24A-50CD-4C1AC0F98CB7}"/>
              </a:ext>
            </a:extLst>
          </p:cNvPr>
          <p:cNvSpPr txBox="1"/>
          <p:nvPr/>
        </p:nvSpPr>
        <p:spPr>
          <a:xfrm>
            <a:off x="699746" y="2100372"/>
            <a:ext cx="3008653" cy="21321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dirty="0">
                <a:solidFill>
                  <a:schemeClr val="bg1"/>
                </a:solidFill>
              </a:rPr>
              <a:t>홈페이지의 이미지를 가져오지 못하는 상황이 발생</a:t>
            </a:r>
            <a:endParaRPr lang="en-US" altLang="ko-KR" sz="15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5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solidFill>
                  <a:schemeClr val="bg1"/>
                </a:solidFill>
              </a:rPr>
              <a:t>문자열에 특수문자를 제거하여 가져올 수 있도록 수정하여 오류 해결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1BDA357-CC1B-3A3F-153A-80B26836F34C}"/>
              </a:ext>
            </a:extLst>
          </p:cNvPr>
          <p:cNvSpPr/>
          <p:nvPr/>
        </p:nvSpPr>
        <p:spPr>
          <a:xfrm>
            <a:off x="4941333" y="1764956"/>
            <a:ext cx="4756849" cy="19745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D6D155D-AA7D-203A-5D36-34C75A63EBE1}"/>
              </a:ext>
            </a:extLst>
          </p:cNvPr>
          <p:cNvCxnSpPr>
            <a:cxnSpLocks/>
          </p:cNvCxnSpPr>
          <p:nvPr/>
        </p:nvCxnSpPr>
        <p:spPr>
          <a:xfrm flipV="1">
            <a:off x="6620706" y="3746663"/>
            <a:ext cx="444326" cy="433944"/>
          </a:xfrm>
          <a:prstGeom prst="line">
            <a:avLst/>
          </a:prstGeom>
          <a:ln w="25400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DA62876-F4A1-0B35-5B1F-AAF9CFB10278}"/>
              </a:ext>
            </a:extLst>
          </p:cNvPr>
          <p:cNvSpPr/>
          <p:nvPr/>
        </p:nvSpPr>
        <p:spPr>
          <a:xfrm>
            <a:off x="5054977" y="4242501"/>
            <a:ext cx="4020110" cy="742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DE0DB469-8566-DFA8-4DAA-816B7FF6D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7211" y="5133104"/>
            <a:ext cx="2871698" cy="141964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447FECD-755E-E433-E823-1DD57C5748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4976" y="4252170"/>
            <a:ext cx="4020111" cy="724001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CB75B7C-911A-B5F9-12D5-D9566365F0D8}"/>
              </a:ext>
            </a:extLst>
          </p:cNvPr>
          <p:cNvCxnSpPr>
            <a:cxnSpLocks/>
          </p:cNvCxnSpPr>
          <p:nvPr/>
        </p:nvCxnSpPr>
        <p:spPr>
          <a:xfrm flipH="1" flipV="1">
            <a:off x="7065032" y="4994194"/>
            <a:ext cx="859768" cy="493334"/>
          </a:xfrm>
          <a:prstGeom prst="line">
            <a:avLst/>
          </a:prstGeom>
          <a:ln w="25400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4169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C43D822-2C57-3648-1E85-CD675AE75BE8}"/>
              </a:ext>
            </a:extLst>
          </p:cNvPr>
          <p:cNvSpPr txBox="1">
            <a:spLocks/>
          </p:cNvSpPr>
          <p:nvPr/>
        </p:nvSpPr>
        <p:spPr>
          <a:xfrm>
            <a:off x="1789468" y="2058667"/>
            <a:ext cx="8613059" cy="1219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609630" rtl="0" eaLnBrk="1" latinLnBrk="1" hangingPunct="1">
              <a:spcBef>
                <a:spcPct val="0"/>
              </a:spcBef>
              <a:buNone/>
              <a:defRPr sz="8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3500" b="1" dirty="0">
                <a:latin typeface="맑은고딕"/>
              </a:rPr>
              <a:t>감사합니다</a:t>
            </a:r>
            <a:r>
              <a:rPr lang="en-US" altLang="ko-KR" sz="3500" b="1" dirty="0">
                <a:latin typeface="맑은고딕"/>
              </a:rPr>
              <a:t>.</a:t>
            </a:r>
            <a:endParaRPr lang="ko-KR" altLang="en-US" sz="3500" b="1" dirty="0"/>
          </a:p>
        </p:txBody>
      </p:sp>
    </p:spTree>
    <p:extLst>
      <p:ext uri="{BB962C8B-B14F-4D97-AF65-F5344CB8AC3E}">
        <p14:creationId xmlns:p14="http://schemas.microsoft.com/office/powerpoint/2010/main" val="849492934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테마1" id="{7F942063-9301-4498-8EF6-8C17B7A2D6B9}" vid="{4E527742-1286-49C3-99DE-D3D96FC80E50}"/>
    </a:ext>
  </a:extLst>
</a:theme>
</file>

<file path=ppt/theme/theme2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4A1870B5732D6D4E8963B1C521C5F8EA" ma:contentTypeVersion="14" ma:contentTypeDescription="새 문서를 만듭니다." ma:contentTypeScope="" ma:versionID="6472c26d4ddaa2b368658224a15eeba1">
  <xsd:schema xmlns:xsd="http://www.w3.org/2001/XMLSchema" xmlns:xs="http://www.w3.org/2001/XMLSchema" xmlns:p="http://schemas.microsoft.com/office/2006/metadata/properties" xmlns:ns2="1233fa09-ad9e-4389-9426-0243c6544f1e" xmlns:ns3="9bbdb141-9f7f-4abe-b77b-19032ced6cd2" targetNamespace="http://schemas.microsoft.com/office/2006/metadata/properties" ma:root="true" ma:fieldsID="f369ecebfa486334416108cc2d764078" ns2:_="" ns3:_="">
    <xsd:import namespace="1233fa09-ad9e-4389-9426-0243c6544f1e"/>
    <xsd:import namespace="9bbdb141-9f7f-4abe-b77b-19032ced6c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33fa09-ad9e-4389-9426-0243c6544f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8000a940-ae6c-43da-b619-de366c7f0a5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bdb141-9f7f-4abe-b77b-19032ced6cd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4d2ca46-3f6c-4123-8092-bf246c455c18}" ma:internalName="TaxCatchAll" ma:showField="CatchAllData" ma:web="9bbdb141-9f7f-4abe-b77b-19032ced6c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bbdb141-9f7f-4abe-b77b-19032ced6cd2" xsi:nil="true"/>
    <lcf76f155ced4ddcb4097134ff3c332f xmlns="1233fa09-ad9e-4389-9426-0243c6544f1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8AF8107-938B-436D-BE3C-46EEB1AEE928}"/>
</file>

<file path=customXml/itemProps2.xml><?xml version="1.0" encoding="utf-8"?>
<ds:datastoreItem xmlns:ds="http://schemas.openxmlformats.org/officeDocument/2006/customXml" ds:itemID="{C42200C2-E74C-4DAE-90F1-8F5804B14269}"/>
</file>

<file path=customXml/itemProps3.xml><?xml version="1.0" encoding="utf-8"?>
<ds:datastoreItem xmlns:ds="http://schemas.openxmlformats.org/officeDocument/2006/customXml" ds:itemID="{80FB825E-9C2B-4314-A05A-89ECCD027231}"/>
</file>

<file path=docProps/app.xml><?xml version="1.0" encoding="utf-8"?>
<Properties xmlns="http://schemas.openxmlformats.org/officeDocument/2006/extended-properties" xmlns:vt="http://schemas.openxmlformats.org/officeDocument/2006/docPropsVTypes">
  <Template>테마1</Template>
  <TotalTime>5173</TotalTime>
  <Words>107</Words>
  <Application>Microsoft Office PowerPoint</Application>
  <PresentationFormat>와이드스크린</PresentationFormat>
  <Paragraphs>30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맑은 고딕</vt:lpstr>
      <vt:lpstr>맑은고딕</vt:lpstr>
      <vt:lpstr>Arial</vt:lpstr>
      <vt:lpstr>Calibri</vt:lpstr>
      <vt:lpstr>테마1</vt:lpstr>
      <vt:lpstr>2_디자인 사용자 지정</vt:lpstr>
      <vt:lpstr>1_디자인 사용자 지정</vt:lpstr>
      <vt:lpstr>디자인 사용자 지정</vt:lpstr>
      <vt:lpstr>Crawling을 이용한 공모전 정보 통합 사이트</vt:lpstr>
      <vt:lpstr>프로젝트 개요</vt:lpstr>
      <vt:lpstr>설계</vt:lpstr>
      <vt:lpstr>사용기술</vt:lpstr>
      <vt:lpstr>세부기능</vt:lpstr>
      <vt:lpstr>세부기능</vt:lpstr>
      <vt:lpstr>TroubleShooting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공모전 조사</dc:title>
  <dc:creator>찬호 윤</dc:creator>
  <cp:lastModifiedBy>찬호 윤</cp:lastModifiedBy>
  <cp:revision>32</cp:revision>
  <dcterms:created xsi:type="dcterms:W3CDTF">2024-09-04T23:42:32Z</dcterms:created>
  <dcterms:modified xsi:type="dcterms:W3CDTF">2024-09-13T00:09:06Z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0x0101004A1870B5732D6D4E8963B1C521C5F8EA</vt:lpwstr>
  </property>
</Properties>
</file>